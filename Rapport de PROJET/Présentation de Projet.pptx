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56" r:id="rId5"/>
    <p:sldId id="257" r:id="rId6"/>
    <p:sldId id="260" r:id="rId7"/>
    <p:sldId id="269" r:id="rId8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01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CD784F2-097A-4060-8FF3-6FB91EC3D7DB}" type="datetime1">
              <a:rPr lang="fr-FR" smtClean="0"/>
              <a:t>04/06/2026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831430A-4AA4-45C8-AC23-CD6B61C41A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BF86344-02EE-4788-B238-DABD819F9A49}" type="datetime1">
              <a:rPr lang="fr-FR" noProof="0" smtClean="0"/>
              <a:t>04/06/2026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734D747-9380-41EE-9946-EC9EC0CA5D1E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3935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81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096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5186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 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orme libre : Forme 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/>
              </a:p>
            </p:txBody>
          </p:sp>
          <p:sp>
            <p:nvSpPr>
              <p:cNvPr id="16" name="Forme libre : Form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/>
              </a:p>
            </p:txBody>
          </p:sp>
          <p:sp>
            <p:nvSpPr>
              <p:cNvPr id="17" name="Triangle rectangle 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/>
              </a:p>
            </p:txBody>
          </p:sp>
          <p:sp>
            <p:nvSpPr>
              <p:cNvPr id="18" name="Triangle droit 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/>
              </a:p>
            </p:txBody>
          </p:sp>
          <p:sp>
            <p:nvSpPr>
              <p:cNvPr id="19" name="Triangle droit 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/>
              </a:p>
            </p:txBody>
          </p:sp>
          <p:sp>
            <p:nvSpPr>
              <p:cNvPr id="20" name="Forme libre : Form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/>
              </a:p>
            </p:txBody>
          </p:sp>
        </p:grpSp>
        <p:sp>
          <p:nvSpPr>
            <p:cNvPr id="9" name="Forme libre : Form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 noProof="0"/>
            </a:p>
          </p:txBody>
        </p:sp>
        <p:sp>
          <p:nvSpPr>
            <p:cNvPr id="11" name="Forme libre : Form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orme libre : Form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/>
              </a:p>
            </p:txBody>
          </p:sp>
          <p:sp>
            <p:nvSpPr>
              <p:cNvPr id="14" name="Forme libre : Form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/>
              </a:p>
            </p:txBody>
          </p:sp>
        </p:grp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fr-FR" noProof="0"/>
              <a:t>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fr-FR" noProof="0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Triangle droit 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1" name="Forme libre : Forme 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fr-FR" noProof="0"/>
              <a:t>Modifiez les styles du texte du masque</a:t>
            </a:r>
          </a:p>
        </p:txBody>
      </p:sp>
      <p:sp>
        <p:nvSpPr>
          <p:cNvPr id="22" name="Espace réservé du numéro de diapositive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23" name="Titr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Titre de section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4" name="Forme libre : Form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orme libre : Form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 noProof="0"/>
            </a:p>
          </p:txBody>
        </p:sp>
        <p:sp>
          <p:nvSpPr>
            <p:cNvPr id="28" name="Forme libre : Form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 noProof="0"/>
            </a:p>
          </p:txBody>
        </p:sp>
      </p:grpSp>
      <p:sp>
        <p:nvSpPr>
          <p:cNvPr id="29" name="Forme libre : Forme 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30" name="Forme libre : Form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orme libre : Form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33" name="Forme libre : Forme 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Titre de section 01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fr-FR" noProof="0"/>
              <a:t>Modifiez les styles du texte du masque</a:t>
            </a:r>
          </a:p>
        </p:txBody>
      </p:sp>
      <p:sp>
        <p:nvSpPr>
          <p:cNvPr id="35" name="Espace réservé du numéro de diapositive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4" name="Forme libre : Form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 rtl="0"/>
            <a:r>
              <a:rPr lang="fr-FR" sz="18400" noProof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Guillemet</a:t>
            </a:r>
          </a:p>
        </p:txBody>
      </p:sp>
      <p:sp>
        <p:nvSpPr>
          <p:cNvPr id="19" name="Espace réservé du numéro de diapositive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one+Tit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8" name="Forme libre : Forme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500" y="1625385"/>
            <a:ext cx="6718300" cy="4093243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3365" y="1825625"/>
            <a:ext cx="11215235" cy="435133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44500" y="1681163"/>
            <a:ext cx="5157787" cy="823912"/>
          </a:xfrm>
        </p:spPr>
        <p:txBody>
          <a:bodyPr rtlCol="0"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6" name="Espace réservé du texte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500812" y="1681163"/>
            <a:ext cx="5157788" cy="823912"/>
          </a:xfrm>
        </p:spPr>
        <p:txBody>
          <a:bodyPr rtlCol="0"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7" name="Espace réservé du contenu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44500" y="2505075"/>
            <a:ext cx="5157787" cy="3684588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28" name="Espace réservé du contenu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475412" y="2505075"/>
            <a:ext cx="5183188" cy="3684588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3365" y="1517715"/>
            <a:ext cx="5184437" cy="4659248"/>
          </a:xfrm>
        </p:spPr>
        <p:txBody>
          <a:bodyPr rtlCol="0"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21" name="Espace réservé du contenu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74163" y="1517715"/>
            <a:ext cx="5184437" cy="4659248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égori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0" name="Espace réservé d’image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21" name="Espace réservé d’image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22" name="Espace réservé d’image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23" name="Espace réservé d’image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24" name="Espace réservé d’image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26" name="Espace réservé du texte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7" name="Espace réservé du texte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8" name="Espace réservé du texte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9" name="Espace réservé du texte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0" name="Espace réservé du texte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Section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6" name="Espace réservé du texte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3" name="Espace réservé d’image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r>
              <a:rPr lang="fr-FR" noProof="0"/>
              <a:t>Insérer une image</a:t>
            </a:r>
          </a:p>
        </p:txBody>
      </p:sp>
      <p:sp>
        <p:nvSpPr>
          <p:cNvPr id="36" name="Espace réservé du texte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7" name="Espace réservé du texte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6" name="Espace réservé du texte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3" name="Espace réservé d’image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r>
              <a:rPr lang="fr-FR" noProof="0"/>
              <a:t>Insérer une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vec légen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20" name="Espace réservé d’image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 rtlCol="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21" name="Espace réservé du texte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43366" y="1444649"/>
            <a:ext cx="3365063" cy="4579079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avec légen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21" name="Espace réservé du texte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43366" y="1444649"/>
            <a:ext cx="3365063" cy="4579079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2" name="Espace réservé du contenu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64290" y="1444649"/>
            <a:ext cx="7694310" cy="4579079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9" name="Forme libre : Form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20" name="Forme libre : Form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21" name="Forme libre : Form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2" name="Forme libre : Form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orme libre : Form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26" name="Forme libre : Forme 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30" name="Forme libre : Form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1" name="Espace réservé du numéro de diapositive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i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 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Triangle rectangle 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8" name="Triangle droit 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9" name="Triangle droit 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fr-FR" noProof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i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 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fr-FR" noProof="0"/>
              <a:t>Merci</a:t>
            </a:r>
          </a:p>
        </p:txBody>
      </p: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32" name="Forme libre : Form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30" name="Forme libre : Form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7" name="Forme libre : Form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8" name="Forme libre : Form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9" name="Forme libre : Form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fr-FR" noProof="0">
                <a:latin typeface="+mj-lt"/>
              </a:rPr>
              <a:t>Modifiez le style du titre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orme libre : Form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4" name="Forme libre : Forme 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 : Coin rogné 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fr-FR" noProof="0"/>
            </a:p>
          </p:txBody>
        </p:sp>
        <p:sp>
          <p:nvSpPr>
            <p:cNvPr id="17" name="Rectangle : Coin rogné 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18" name="Forme libre : Form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9" name="Espace réservé du numéro de diapositive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4" r:id="rId7"/>
    <p:sldLayoutId id="2147483665" r:id="rId8"/>
    <p:sldLayoutId id="2147483673" r:id="rId9"/>
    <p:sldLayoutId id="2147483662" r:id="rId10"/>
    <p:sldLayoutId id="2147483663" r:id="rId11"/>
    <p:sldLayoutId id="2147483664" r:id="rId12"/>
    <p:sldLayoutId id="2147483675" r:id="rId13"/>
    <p:sldLayoutId id="2147483676" r:id="rId14"/>
    <p:sldLayoutId id="2147483672" r:id="rId15"/>
    <p:sldLayoutId id="2147483667" r:id="rId16"/>
    <p:sldLayoutId id="2147483668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488" y="2974185"/>
            <a:ext cx="7077456" cy="1243584"/>
          </a:xfrm>
        </p:spPr>
        <p:txBody>
          <a:bodyPr rtlCol="0"/>
          <a:lstStyle/>
          <a:p>
            <a:pPr algn="ctr" rtl="0"/>
            <a:r>
              <a:rPr lang="fr-FR" dirty="0">
                <a:latin typeface="Aptos" panose="020B0004020202020204" pitchFamily="34" charset="0"/>
              </a:rPr>
              <a:t>Présentation de Projet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25384" y="4217769"/>
            <a:ext cx="7077456" cy="868680"/>
          </a:xfrm>
        </p:spPr>
        <p:txBody>
          <a:bodyPr rtlCol="0"/>
          <a:lstStyle/>
          <a:p>
            <a:pPr marL="0" indent="0" rtl="0">
              <a:buNone/>
            </a:pPr>
            <a:r>
              <a:rPr lang="fr-FR" dirty="0"/>
              <a:t>Association Visseta</a:t>
            </a:r>
          </a:p>
        </p:txBody>
      </p:sp>
      <p:pic>
        <p:nvPicPr>
          <p:cNvPr id="4" name="Image3">
            <a:extLst>
              <a:ext uri="{FF2B5EF4-FFF2-40B4-BE49-F238E27FC236}">
                <a16:creationId xmlns:a16="http://schemas.microsoft.com/office/drawing/2014/main" id="{E6288DBD-94B1-9906-0CE7-28BF2D124BC4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 l="13596" t="25048" r="13807" b="27279"/>
          <a:stretch>
            <a:fillRect/>
          </a:stretch>
        </p:blipFill>
        <p:spPr>
          <a:xfrm>
            <a:off x="10088545" y="0"/>
            <a:ext cx="2103455" cy="783771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5" name="Image 4" descr="Lycée Antoine Bourdelle | LinkedIn">
            <a:extLst>
              <a:ext uri="{FF2B5EF4-FFF2-40B4-BE49-F238E27FC236}">
                <a16:creationId xmlns:a16="http://schemas.microsoft.com/office/drawing/2014/main" id="{27766B2B-0F02-16BE-3B54-3D30DCC2C8D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47750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7CE62C54-799F-730D-3259-F3EECD0D7CC0}"/>
              </a:ext>
            </a:extLst>
          </p:cNvPr>
          <p:cNvSpPr txBox="1"/>
          <p:nvPr/>
        </p:nvSpPr>
        <p:spPr>
          <a:xfrm>
            <a:off x="0" y="6390913"/>
            <a:ext cx="2217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Descamps Anaël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dirty="0"/>
              <a:t>Sommaire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942376"/>
            <a:ext cx="11214099" cy="2973247"/>
          </a:xfrm>
        </p:spPr>
        <p:txBody>
          <a:bodyPr rtlCol="0"/>
          <a:lstStyle/>
          <a:p>
            <a:pPr marL="342900" indent="-342900" rtl="0">
              <a:buAutoNum type="arabicParenR"/>
            </a:pPr>
            <a:r>
              <a:rPr lang="fr-FR" sz="2000" dirty="0"/>
              <a:t>Diagrammes</a:t>
            </a:r>
          </a:p>
          <a:p>
            <a:pPr marL="342900" indent="-342900" rtl="0">
              <a:buAutoNum type="arabicParenR"/>
            </a:pPr>
            <a:r>
              <a:rPr lang="fr-FR" sz="2000" dirty="0"/>
              <a:t>Mesure et calcul de la tension</a:t>
            </a:r>
          </a:p>
          <a:p>
            <a:pPr marL="342900" indent="-342900" rtl="0">
              <a:buAutoNum type="arabicParenR"/>
            </a:pPr>
            <a:r>
              <a:rPr lang="fr-FR" sz="2000" dirty="0"/>
              <a:t>Site et codes</a:t>
            </a:r>
          </a:p>
          <a:p>
            <a:pPr marL="342900" indent="-342900" rtl="0">
              <a:buAutoNum type="arabicParenR"/>
            </a:pPr>
            <a:r>
              <a:rPr lang="fr-FR" sz="2000" dirty="0"/>
              <a:t>Schéma et routage</a:t>
            </a:r>
          </a:p>
          <a:p>
            <a:pPr marL="342900" indent="-342900" rtl="0">
              <a:buAutoNum type="arabicParenR"/>
            </a:pPr>
            <a:r>
              <a:rPr lang="fr-FR" sz="2000" dirty="0"/>
              <a:t>Assemblage</a:t>
            </a:r>
          </a:p>
          <a:p>
            <a:pPr marL="342900" indent="-342900" rtl="0">
              <a:buAutoNum type="arabicParenR"/>
            </a:pPr>
            <a:r>
              <a:rPr lang="fr-FR" sz="2000" dirty="0"/>
              <a:t>Problèmes rencontres </a:t>
            </a:r>
          </a:p>
          <a:p>
            <a:pPr marL="342900" indent="-342900" rtl="0">
              <a:buAutoNum type="arabicParenR"/>
            </a:pPr>
            <a:r>
              <a:rPr lang="fr-FR" sz="20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dirty="0"/>
              <a:t>Diagrammes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44500" y="1534284"/>
            <a:ext cx="6802438" cy="366712"/>
          </a:xfrm>
        </p:spPr>
        <p:txBody>
          <a:bodyPr rtlCol="0">
            <a:normAutofit fontScale="85000" lnSpcReduction="20000"/>
          </a:bodyPr>
          <a:lstStyle/>
          <a:p>
            <a:pPr marL="0" indent="0" rtl="0">
              <a:buNone/>
            </a:pPr>
            <a:r>
              <a:rPr lang="fr-FR" dirty="0">
                <a:solidFill>
                  <a:schemeClr val="bg1"/>
                </a:solidFill>
              </a:rPr>
              <a:t>Cas d’utilisation et cas d’exigences</a:t>
            </a:r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3201" y="2807208"/>
            <a:ext cx="4945598" cy="1243584"/>
          </a:xfrm>
        </p:spPr>
        <p:txBody>
          <a:bodyPr rtlCol="0"/>
          <a:lstStyle/>
          <a:p>
            <a:pPr algn="ctr" rtl="0"/>
            <a:r>
              <a:rPr lang="fr-FR" sz="8000" dirty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hème Offic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677498_TF66687569" id="{787900FF-6872-4441-B598-37355B1445EE}" vid="{F772BB80-56EE-4656-A7E3-611E117A189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8992231-163D-4428-A2B8-DA1FE0274129}">
  <ds:schemaRefs>
    <ds:schemaRef ds:uri="http://schemas.microsoft.com/office/2006/metadata/properties"/>
    <ds:schemaRef ds:uri="http://purl.org/dc/dcmitype/"/>
    <ds:schemaRef ds:uri="http://schemas.microsoft.com/sharepoint/v3"/>
    <ds:schemaRef ds:uri="http://purl.org/dc/elements/1.1/"/>
    <ds:schemaRef ds:uri="http://schemas.openxmlformats.org/package/2006/metadata/core-properties"/>
    <ds:schemaRef ds:uri="6dc4bcd6-49db-4c07-9060-8acfc67cef9f"/>
    <ds:schemaRef ds:uri="http://schemas.microsoft.com/office/2006/documentManagement/types"/>
    <ds:schemaRef ds:uri="http://schemas.microsoft.com/office/infopath/2007/PartnerControls"/>
    <ds:schemaRef ds:uri="http://purl.org/dc/terms/"/>
    <ds:schemaRef ds:uri="fb0879af-3eba-417a-a55a-ffe6dcd6ca77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B67ACAB-C3DC-429D-A23C-0723C084FE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A95DE24-D6C3-4A00-9085-D9594C193AE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Présentation bleue moderne</Template>
  <TotalTime>156</TotalTime>
  <Words>38</Words>
  <Application>Microsoft Office PowerPoint</Application>
  <PresentationFormat>Grand écran</PresentationFormat>
  <Paragraphs>20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0" baseType="lpstr">
      <vt:lpstr>Aptos</vt:lpstr>
      <vt:lpstr>Arial</vt:lpstr>
      <vt:lpstr>Calibri</vt:lpstr>
      <vt:lpstr>Trade Gothic LT Pro</vt:lpstr>
      <vt:lpstr>Trebuchet MS</vt:lpstr>
      <vt:lpstr>Thème Office</vt:lpstr>
      <vt:lpstr>Présentation de Projet</vt:lpstr>
      <vt:lpstr>Sommaire</vt:lpstr>
      <vt:lpstr>Diagrammes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Administrateur Local</dc:creator>
  <cp:lastModifiedBy>Administrateur Local</cp:lastModifiedBy>
  <cp:revision>1</cp:revision>
  <dcterms:created xsi:type="dcterms:W3CDTF">2026-06-04T07:34:07Z</dcterms:created>
  <dcterms:modified xsi:type="dcterms:W3CDTF">2026-06-04T10:10:56Z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