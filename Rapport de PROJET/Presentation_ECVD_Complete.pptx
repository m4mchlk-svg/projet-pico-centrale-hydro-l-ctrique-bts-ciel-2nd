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9"/>
  </p:notesMasterIdLst>
  <p:handoutMasterIdLst>
    <p:handoutMasterId r:id="rId20"/>
  </p:handoutMasterIdLst>
  <p:sldIdLst>
    <p:sldId id="256" r:id="rId5"/>
    <p:sldId id="257" r:id="rId6"/>
    <p:sldId id="260" r:id="rId7"/>
    <p:sldId id="270" r:id="rId8"/>
    <p:sldId id="271" r:id="rId9"/>
    <p:sldId id="277" r:id="rId10"/>
    <p:sldId id="273" r:id="rId11"/>
    <p:sldId id="278" r:id="rId12"/>
    <p:sldId id="279" r:id="rId13"/>
    <p:sldId id="280" r:id="rId14"/>
    <p:sldId id="274" r:id="rId15"/>
    <p:sldId id="275" r:id="rId16"/>
    <p:sldId id="276" r:id="rId17"/>
    <p:sldId id="269" r:id="rId18"/>
  </p:sldIdLst>
  <p:sldSz cx="12192000" cy="6858000"/>
  <p:notesSz cx="6858000" cy="9144000"/>
  <p:defaultTextStyle>
    <a:defPPr rtl="0"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03350"/>
    <a:srgbClr val="0C4360"/>
    <a:srgbClr val="1B6872"/>
    <a:srgbClr val="63B7C6"/>
    <a:srgbClr val="002136"/>
    <a:srgbClr val="0C75AC"/>
    <a:srgbClr val="00243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80" autoAdjust="0"/>
    <p:restoredTop sz="94660"/>
  </p:normalViewPr>
  <p:slideViewPr>
    <p:cSldViewPr snapToGrid="0">
      <p:cViewPr varScale="1">
        <p:scale>
          <a:sx n="79" d="100"/>
          <a:sy n="79" d="100"/>
        </p:scale>
        <p:origin x="126" y="92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6" d="100"/>
          <a:sy n="86" d="100"/>
        </p:scale>
        <p:origin x="3018" y="7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en-tête 1">
            <a:extLst>
              <a:ext uri="{FF2B5EF4-FFF2-40B4-BE49-F238E27FC236}">
                <a16:creationId xmlns:a16="http://schemas.microsoft.com/office/drawing/2014/main" id="{E62FF6B6-4F8A-40F7-B5F4-FC3996824D7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fr-FR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8910A999-F365-48DF-976A-0517FE04544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1CD784F2-097A-4060-8FF3-6FB91EC3D7DB}" type="datetime1">
              <a:rPr lang="fr-FR" smtClean="0"/>
              <a:t>08/06/2026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F8735C90-ADBF-4B9E-BE88-E1C8F83EB4D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82506A01-6D0A-45EF-A584-05A3361D66F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0831430A-4AA4-45C8-AC23-CD6B61C41A4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59900972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en-tête 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fr-FR" noProof="0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6BF86344-02EE-4788-B238-DABD819F9A49}" type="datetime1">
              <a:rPr lang="fr-FR" noProof="0" smtClean="0"/>
              <a:t>08/06/2026</a:t>
            </a:fld>
            <a:endParaRPr lang="fr-FR" noProof="0"/>
          </a:p>
        </p:txBody>
      </p:sp>
      <p:sp>
        <p:nvSpPr>
          <p:cNvPr id="4" name="Espace réservé de l’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fr-FR" noProof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fr-FR" noProof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1734D747-9380-41EE-9946-EC9EC0CA5D1E}" type="slidenum">
              <a:rPr lang="fr-FR" noProof="0" smtClean="0"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3827727106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1734D747-9380-41EE-9946-EC9EC0CA5D1E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439355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1734D747-9380-41EE-9946-EC9EC0CA5D1E}" type="slidenum">
              <a:rPr lang="fr-FR" smtClean="0"/>
              <a:t>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68148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1734D747-9380-41EE-9946-EC9EC0CA5D1E}" type="slidenum">
              <a:rPr lang="fr-FR" smtClean="0"/>
              <a:t>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509630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1734D747-9380-41EE-9946-EC9EC0CA5D1E}" type="slidenum">
              <a:rPr lang="fr-FR" smtClean="0"/>
              <a:t>14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851866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 20">
            <a:extLst>
              <a:ext uri="{FF2B5EF4-FFF2-40B4-BE49-F238E27FC236}">
                <a16:creationId xmlns:a16="http://schemas.microsoft.com/office/drawing/2014/main" id="{6E739168-A5E8-443A-B392-7AD4CF8977A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grpSp>
        <p:nvGrpSpPr>
          <p:cNvPr id="7" name="Groupe 6">
            <a:extLst>
              <a:ext uri="{FF2B5EF4-FFF2-40B4-BE49-F238E27FC236}">
                <a16:creationId xmlns:a16="http://schemas.microsoft.com/office/drawing/2014/main" id="{4CA15AFD-4983-47DD-9ED0-D3B27E5A096F}"/>
              </a:ext>
            </a:extLst>
          </p:cNvPr>
          <p:cNvGrpSpPr/>
          <p:nvPr userDrawn="1"/>
        </p:nvGrpSpPr>
        <p:grpSpPr>
          <a:xfrm>
            <a:off x="-1604709" y="-3756"/>
            <a:ext cx="13796710" cy="6861756"/>
            <a:chOff x="-1604709" y="-3756"/>
            <a:chExt cx="13796710" cy="6861756"/>
          </a:xfrm>
        </p:grpSpPr>
        <p:grpSp>
          <p:nvGrpSpPr>
            <p:cNvPr id="8" name="Groupe 7">
              <a:extLst>
                <a:ext uri="{FF2B5EF4-FFF2-40B4-BE49-F238E27FC236}">
                  <a16:creationId xmlns:a16="http://schemas.microsoft.com/office/drawing/2014/main" id="{2222D5E2-E9B4-4180-98B8-4E514C9ADB28}"/>
                </a:ext>
              </a:extLst>
            </p:cNvPr>
            <p:cNvGrpSpPr/>
            <p:nvPr/>
          </p:nvGrpSpPr>
          <p:grpSpPr>
            <a:xfrm>
              <a:off x="-16298" y="0"/>
              <a:ext cx="12208299" cy="6858000"/>
              <a:chOff x="-16298" y="0"/>
              <a:chExt cx="12208299" cy="6858000"/>
            </a:xfrm>
          </p:grpSpPr>
          <p:sp>
            <p:nvSpPr>
              <p:cNvPr id="15" name="Forme libre : Forme 14">
                <a:extLst>
                  <a:ext uri="{FF2B5EF4-FFF2-40B4-BE49-F238E27FC236}">
                    <a16:creationId xmlns:a16="http://schemas.microsoft.com/office/drawing/2014/main" id="{41E10E1E-5268-4F03-BA64-07E19DE26739}"/>
                  </a:ext>
                </a:extLst>
              </p:cNvPr>
              <p:cNvSpPr/>
              <p:nvPr/>
            </p:nvSpPr>
            <p:spPr>
              <a:xfrm flipH="1">
                <a:off x="-16297" y="0"/>
                <a:ext cx="12208298" cy="6858000"/>
              </a:xfrm>
              <a:custGeom>
                <a:avLst/>
                <a:gdLst>
                  <a:gd name="connsiteX0" fmla="*/ 8574289 w 12208298"/>
                  <a:gd name="connsiteY0" fmla="*/ 0 h 6858000"/>
                  <a:gd name="connsiteX1" fmla="*/ 0 w 12208298"/>
                  <a:gd name="connsiteY1" fmla="*/ 0 h 6858000"/>
                  <a:gd name="connsiteX2" fmla="*/ 0 w 12208298"/>
                  <a:gd name="connsiteY2" fmla="*/ 6858000 h 6858000"/>
                  <a:gd name="connsiteX3" fmla="*/ 532109 w 12208298"/>
                  <a:gd name="connsiteY3" fmla="*/ 6858000 h 6858000"/>
                  <a:gd name="connsiteX4" fmla="*/ 11495317 w 12208298"/>
                  <a:gd name="connsiteY4" fmla="*/ 6858000 h 6858000"/>
                  <a:gd name="connsiteX5" fmla="*/ 12208298 w 12208298"/>
                  <a:gd name="connsiteY5" fmla="*/ 6858000 h 6858000"/>
                  <a:gd name="connsiteX6" fmla="*/ 12208298 w 12208298"/>
                  <a:gd name="connsiteY6" fmla="*/ 3146781 h 6858000"/>
                  <a:gd name="connsiteX7" fmla="*/ 10353284 w 12208298"/>
                  <a:gd name="connsiteY7" fmla="*/ 1291767 h 6858000"/>
                  <a:gd name="connsiteX8" fmla="*/ 9866056 w 12208298"/>
                  <a:gd name="connsiteY8" fmla="*/ 1291767 h 6858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2208298" h="6858000">
                    <a:moveTo>
                      <a:pt x="8574289" y="0"/>
                    </a:moveTo>
                    <a:lnTo>
                      <a:pt x="0" y="0"/>
                    </a:lnTo>
                    <a:lnTo>
                      <a:pt x="0" y="6858000"/>
                    </a:lnTo>
                    <a:lnTo>
                      <a:pt x="532109" y="6858000"/>
                    </a:lnTo>
                    <a:lnTo>
                      <a:pt x="11495317" y="6858000"/>
                    </a:lnTo>
                    <a:lnTo>
                      <a:pt x="12208298" y="6858000"/>
                    </a:lnTo>
                    <a:lnTo>
                      <a:pt x="12208298" y="3146781"/>
                    </a:lnTo>
                    <a:lnTo>
                      <a:pt x="10353284" y="1291767"/>
                    </a:lnTo>
                    <a:lnTo>
                      <a:pt x="9866056" y="1291767"/>
                    </a:lnTo>
                    <a:close/>
                  </a:path>
                </a:pathLst>
              </a:custGeom>
              <a:solidFill>
                <a:schemeClr val="accent2">
                  <a:alpha val="74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fr-FR" noProof="0"/>
              </a:p>
            </p:txBody>
          </p:sp>
          <p:sp>
            <p:nvSpPr>
              <p:cNvPr id="16" name="Forme libre : Forme 15">
                <a:extLst>
                  <a:ext uri="{FF2B5EF4-FFF2-40B4-BE49-F238E27FC236}">
                    <a16:creationId xmlns:a16="http://schemas.microsoft.com/office/drawing/2014/main" id="{B989C45D-BDFF-418F-BE79-03FF70015770}"/>
                  </a:ext>
                </a:extLst>
              </p:cNvPr>
              <p:cNvSpPr/>
              <p:nvPr/>
            </p:nvSpPr>
            <p:spPr>
              <a:xfrm rot="5400000" flipH="1" flipV="1">
                <a:off x="2667000" y="-2667001"/>
                <a:ext cx="6858000" cy="12192002"/>
              </a:xfrm>
              <a:custGeom>
                <a:avLst/>
                <a:gdLst>
                  <a:gd name="connsiteX0" fmla="*/ 6858000 w 6858000"/>
                  <a:gd name="connsiteY0" fmla="*/ 3871658 h 12192002"/>
                  <a:gd name="connsiteX1" fmla="*/ 6858000 w 6858000"/>
                  <a:gd name="connsiteY1" fmla="*/ 12192002 h 12192002"/>
                  <a:gd name="connsiteX2" fmla="*/ 5363029 w 6858000"/>
                  <a:gd name="connsiteY2" fmla="*/ 12192002 h 12192002"/>
                  <a:gd name="connsiteX3" fmla="*/ 5363029 w 6858000"/>
                  <a:gd name="connsiteY3" fmla="*/ 12192000 h 12192002"/>
                  <a:gd name="connsiteX4" fmla="*/ 0 w 6858000"/>
                  <a:gd name="connsiteY4" fmla="*/ 12192000 h 12192002"/>
                  <a:gd name="connsiteX5" fmla="*/ 0 w 6858000"/>
                  <a:gd name="connsiteY5" fmla="*/ 0 h 12192002"/>
                  <a:gd name="connsiteX6" fmla="*/ 3539398 w 6858000"/>
                  <a:gd name="connsiteY6" fmla="*/ 0 h 12192002"/>
                  <a:gd name="connsiteX7" fmla="*/ 5566229 w 6858000"/>
                  <a:gd name="connsiteY7" fmla="*/ 2026831 h 12192002"/>
                  <a:gd name="connsiteX8" fmla="*/ 5566229 w 6858000"/>
                  <a:gd name="connsiteY8" fmla="*/ 2575538 h 12192002"/>
                  <a:gd name="connsiteX9" fmla="*/ 6858000 w 6858000"/>
                  <a:gd name="connsiteY9" fmla="*/ 3871657 h 12192002"/>
                  <a:gd name="connsiteX10" fmla="*/ 5566229 w 6858000"/>
                  <a:gd name="connsiteY10" fmla="*/ 3871657 h 12192002"/>
                  <a:gd name="connsiteX11" fmla="*/ 5566229 w 6858000"/>
                  <a:gd name="connsiteY11" fmla="*/ 3871658 h 121920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858000" h="12192002">
                    <a:moveTo>
                      <a:pt x="6858000" y="3871658"/>
                    </a:moveTo>
                    <a:lnTo>
                      <a:pt x="6858000" y="12192002"/>
                    </a:lnTo>
                    <a:lnTo>
                      <a:pt x="5363029" y="12192002"/>
                    </a:lnTo>
                    <a:lnTo>
                      <a:pt x="5363029" y="12192000"/>
                    </a:lnTo>
                    <a:lnTo>
                      <a:pt x="0" y="12192000"/>
                    </a:lnTo>
                    <a:lnTo>
                      <a:pt x="0" y="0"/>
                    </a:lnTo>
                    <a:lnTo>
                      <a:pt x="3539398" y="0"/>
                    </a:lnTo>
                    <a:lnTo>
                      <a:pt x="5566229" y="2026831"/>
                    </a:lnTo>
                    <a:lnTo>
                      <a:pt x="5566229" y="2575538"/>
                    </a:lnTo>
                    <a:lnTo>
                      <a:pt x="6858000" y="3871657"/>
                    </a:lnTo>
                    <a:lnTo>
                      <a:pt x="5566229" y="3871657"/>
                    </a:lnTo>
                    <a:lnTo>
                      <a:pt x="5566229" y="3871658"/>
                    </a:lnTo>
                    <a:close/>
                  </a:path>
                </a:pathLst>
              </a:custGeom>
              <a:pattFill prst="wdDnDiag">
                <a:fgClr>
                  <a:schemeClr val="accent1"/>
                </a:fgClr>
                <a:bgClr>
                  <a:schemeClr val="accent2"/>
                </a:bgClr>
              </a:patt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fr-FR" noProof="0"/>
              </a:p>
            </p:txBody>
          </p:sp>
          <p:sp>
            <p:nvSpPr>
              <p:cNvPr id="17" name="Triangle rectangle 16">
                <a:extLst>
                  <a:ext uri="{FF2B5EF4-FFF2-40B4-BE49-F238E27FC236}">
                    <a16:creationId xmlns:a16="http://schemas.microsoft.com/office/drawing/2014/main" id="{8DCD5806-2A2F-4ABF-8057-245681C498E6}"/>
                  </a:ext>
                </a:extLst>
              </p:cNvPr>
              <p:cNvSpPr/>
              <p:nvPr/>
            </p:nvSpPr>
            <p:spPr>
              <a:xfrm rot="16200000" flipH="1" flipV="1">
                <a:off x="24625" y="-4746"/>
                <a:ext cx="2819399" cy="2828891"/>
              </a:xfrm>
              <a:prstGeom prst="rtTriangle">
                <a:avLst/>
              </a:prstGeom>
              <a:solidFill>
                <a:schemeClr val="accent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fr-FR" noProof="0"/>
              </a:p>
            </p:txBody>
          </p:sp>
          <p:sp>
            <p:nvSpPr>
              <p:cNvPr id="18" name="Triangle droit 17">
                <a:extLst>
                  <a:ext uri="{FF2B5EF4-FFF2-40B4-BE49-F238E27FC236}">
                    <a16:creationId xmlns:a16="http://schemas.microsoft.com/office/drawing/2014/main" id="{3A93038F-E9E4-4FFD-B3DF-28DB7C2C1490}"/>
                  </a:ext>
                </a:extLst>
              </p:cNvPr>
              <p:cNvSpPr/>
              <p:nvPr/>
            </p:nvSpPr>
            <p:spPr>
              <a:xfrm rot="16200000" flipH="1" flipV="1">
                <a:off x="4418" y="-4422"/>
                <a:ext cx="2627088" cy="2635933"/>
              </a:xfrm>
              <a:prstGeom prst="rtTriangle">
                <a:avLst/>
              </a:prstGeom>
              <a:pattFill prst="dkHorz">
                <a:fgClr>
                  <a:schemeClr val="accent1"/>
                </a:fgClr>
                <a:bgClr>
                  <a:schemeClr val="accent2"/>
                </a:bgClr>
              </a:patt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fr-FR" noProof="0"/>
              </a:p>
            </p:txBody>
          </p:sp>
          <p:sp>
            <p:nvSpPr>
              <p:cNvPr id="19" name="Triangle droit 18">
                <a:extLst>
                  <a:ext uri="{FF2B5EF4-FFF2-40B4-BE49-F238E27FC236}">
                    <a16:creationId xmlns:a16="http://schemas.microsoft.com/office/drawing/2014/main" id="{5DEA1E02-BBD0-4AE3-AF22-433B90272178}"/>
                  </a:ext>
                </a:extLst>
              </p:cNvPr>
              <p:cNvSpPr/>
              <p:nvPr/>
            </p:nvSpPr>
            <p:spPr>
              <a:xfrm rot="16200000" flipH="1" flipV="1">
                <a:off x="-12263" y="-4034"/>
                <a:ext cx="2397087" cy="2405158"/>
              </a:xfrm>
              <a:prstGeom prst="rtTriangle">
                <a:avLst/>
              </a:prstGeom>
              <a:solidFill>
                <a:schemeClr val="accent2">
                  <a:alpha val="48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fr-FR" noProof="0"/>
              </a:p>
            </p:txBody>
          </p:sp>
          <p:sp>
            <p:nvSpPr>
              <p:cNvPr id="20" name="Forme libre : Forme 19">
                <a:extLst>
                  <a:ext uri="{FF2B5EF4-FFF2-40B4-BE49-F238E27FC236}">
                    <a16:creationId xmlns:a16="http://schemas.microsoft.com/office/drawing/2014/main" id="{0027A677-9ACB-4264-B148-4806678FB83F}"/>
                  </a:ext>
                </a:extLst>
              </p:cNvPr>
              <p:cNvSpPr/>
              <p:nvPr/>
            </p:nvSpPr>
            <p:spPr>
              <a:xfrm rot="5400000" flipH="1" flipV="1">
                <a:off x="2667000" y="-2667001"/>
                <a:ext cx="6858000" cy="12192002"/>
              </a:xfrm>
              <a:custGeom>
                <a:avLst/>
                <a:gdLst>
                  <a:gd name="connsiteX0" fmla="*/ 6858000 w 6858000"/>
                  <a:gd name="connsiteY0" fmla="*/ 3871658 h 12192002"/>
                  <a:gd name="connsiteX1" fmla="*/ 6858000 w 6858000"/>
                  <a:gd name="connsiteY1" fmla="*/ 12192002 h 12192002"/>
                  <a:gd name="connsiteX2" fmla="*/ 5363029 w 6858000"/>
                  <a:gd name="connsiteY2" fmla="*/ 12192002 h 12192002"/>
                  <a:gd name="connsiteX3" fmla="*/ 5363029 w 6858000"/>
                  <a:gd name="connsiteY3" fmla="*/ 12192000 h 12192002"/>
                  <a:gd name="connsiteX4" fmla="*/ 0 w 6858000"/>
                  <a:gd name="connsiteY4" fmla="*/ 12192000 h 12192002"/>
                  <a:gd name="connsiteX5" fmla="*/ 0 w 6858000"/>
                  <a:gd name="connsiteY5" fmla="*/ 0 h 12192002"/>
                  <a:gd name="connsiteX6" fmla="*/ 3539398 w 6858000"/>
                  <a:gd name="connsiteY6" fmla="*/ 0 h 12192002"/>
                  <a:gd name="connsiteX7" fmla="*/ 5566229 w 6858000"/>
                  <a:gd name="connsiteY7" fmla="*/ 2026831 h 12192002"/>
                  <a:gd name="connsiteX8" fmla="*/ 5566229 w 6858000"/>
                  <a:gd name="connsiteY8" fmla="*/ 2575538 h 12192002"/>
                  <a:gd name="connsiteX9" fmla="*/ 6858000 w 6858000"/>
                  <a:gd name="connsiteY9" fmla="*/ 3871657 h 12192002"/>
                  <a:gd name="connsiteX10" fmla="*/ 5566229 w 6858000"/>
                  <a:gd name="connsiteY10" fmla="*/ 3871657 h 12192002"/>
                  <a:gd name="connsiteX11" fmla="*/ 5566229 w 6858000"/>
                  <a:gd name="connsiteY11" fmla="*/ 3871658 h 121920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858000" h="12192002">
                    <a:moveTo>
                      <a:pt x="6858000" y="3871658"/>
                    </a:moveTo>
                    <a:lnTo>
                      <a:pt x="6858000" y="12192002"/>
                    </a:lnTo>
                    <a:lnTo>
                      <a:pt x="5363029" y="12192002"/>
                    </a:lnTo>
                    <a:lnTo>
                      <a:pt x="5363029" y="12192000"/>
                    </a:lnTo>
                    <a:lnTo>
                      <a:pt x="0" y="12192000"/>
                    </a:lnTo>
                    <a:lnTo>
                      <a:pt x="0" y="0"/>
                    </a:lnTo>
                    <a:lnTo>
                      <a:pt x="3539398" y="0"/>
                    </a:lnTo>
                    <a:lnTo>
                      <a:pt x="5566229" y="2026831"/>
                    </a:lnTo>
                    <a:lnTo>
                      <a:pt x="5566229" y="2575538"/>
                    </a:lnTo>
                    <a:lnTo>
                      <a:pt x="6858000" y="3871657"/>
                    </a:lnTo>
                    <a:lnTo>
                      <a:pt x="5566229" y="3871657"/>
                    </a:lnTo>
                    <a:lnTo>
                      <a:pt x="5566229" y="3871658"/>
                    </a:lnTo>
                    <a:close/>
                  </a:path>
                </a:pathLst>
              </a:custGeom>
              <a:solidFill>
                <a:schemeClr val="accent1">
                  <a:lumMod val="50000"/>
                  <a:alpha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fr-FR" noProof="0"/>
              </a:p>
            </p:txBody>
          </p:sp>
        </p:grpSp>
        <p:sp>
          <p:nvSpPr>
            <p:cNvPr id="9" name="Forme libre : Forme 12">
              <a:extLst>
                <a:ext uri="{FF2B5EF4-FFF2-40B4-BE49-F238E27FC236}">
                  <a16:creationId xmlns:a16="http://schemas.microsoft.com/office/drawing/2014/main" id="{E3AAB79D-382D-4A95-965E-526B6A681DA7}"/>
                </a:ext>
              </a:extLst>
            </p:cNvPr>
            <p:cNvSpPr/>
            <p:nvPr/>
          </p:nvSpPr>
          <p:spPr>
            <a:xfrm rot="18900000" flipH="1">
              <a:off x="-1604709" y="1397837"/>
              <a:ext cx="3211378" cy="3211378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fr-FR" noProof="0"/>
            </a:p>
          </p:txBody>
        </p:sp>
        <p:sp>
          <p:nvSpPr>
            <p:cNvPr id="10" name="Forme libre : Forme 9">
              <a:extLst>
                <a:ext uri="{FF2B5EF4-FFF2-40B4-BE49-F238E27FC236}">
                  <a16:creationId xmlns:a16="http://schemas.microsoft.com/office/drawing/2014/main" id="{C0A22127-2B4A-4B15-B0A9-F019A30347A1}"/>
                </a:ext>
              </a:extLst>
            </p:cNvPr>
            <p:cNvSpPr/>
            <p:nvPr/>
          </p:nvSpPr>
          <p:spPr>
            <a:xfrm rot="18900000">
              <a:off x="-861777" y="-3756"/>
              <a:ext cx="2676646" cy="1356876"/>
            </a:xfrm>
            <a:custGeom>
              <a:avLst/>
              <a:gdLst>
                <a:gd name="connsiteX0" fmla="*/ 1319770 w 2676646"/>
                <a:gd name="connsiteY0" fmla="*/ 0 h 1356876"/>
                <a:gd name="connsiteX1" fmla="*/ 2676646 w 2676646"/>
                <a:gd name="connsiteY1" fmla="*/ 1356876 h 1356876"/>
                <a:gd name="connsiteX2" fmla="*/ 0 w 2676646"/>
                <a:gd name="connsiteY2" fmla="*/ 1356876 h 1356876"/>
                <a:gd name="connsiteX3" fmla="*/ 0 w 2676646"/>
                <a:gd name="connsiteY3" fmla="*/ 1319770 h 1356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76646" h="1356876">
                  <a:moveTo>
                    <a:pt x="1319770" y="0"/>
                  </a:moveTo>
                  <a:lnTo>
                    <a:pt x="2676646" y="1356876"/>
                  </a:lnTo>
                  <a:lnTo>
                    <a:pt x="0" y="1356876"/>
                  </a:lnTo>
                  <a:lnTo>
                    <a:pt x="0" y="1319770"/>
                  </a:lnTo>
                  <a:close/>
                </a:path>
              </a:pathLst>
            </a:custGeom>
            <a:pattFill prst="wdUpDiag">
              <a:fgClr>
                <a:schemeClr val="accent2"/>
              </a:fgClr>
              <a:bgClr>
                <a:schemeClr val="accent1"/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 rtl="0"/>
              <a:endParaRPr lang="fr-FR" noProof="0"/>
            </a:p>
          </p:txBody>
        </p:sp>
        <p:sp>
          <p:nvSpPr>
            <p:cNvPr id="11" name="Forme libre : Forme 12">
              <a:extLst>
                <a:ext uri="{FF2B5EF4-FFF2-40B4-BE49-F238E27FC236}">
                  <a16:creationId xmlns:a16="http://schemas.microsoft.com/office/drawing/2014/main" id="{F04D9FDC-1B67-4254-9535-CD32E81F0C3E}"/>
                </a:ext>
              </a:extLst>
            </p:cNvPr>
            <p:cNvSpPr/>
            <p:nvPr/>
          </p:nvSpPr>
          <p:spPr>
            <a:xfrm rot="13500000">
              <a:off x="-1226102" y="1737462"/>
              <a:ext cx="2416016" cy="2416016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wdDnDiag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fr-FR" noProof="0"/>
            </a:p>
          </p:txBody>
        </p:sp>
        <p:grpSp>
          <p:nvGrpSpPr>
            <p:cNvPr id="12" name="Groupe 11">
              <a:extLst>
                <a:ext uri="{FF2B5EF4-FFF2-40B4-BE49-F238E27FC236}">
                  <a16:creationId xmlns:a16="http://schemas.microsoft.com/office/drawing/2014/main" id="{0A86C4EA-4CF8-4531-845D-4FCB1E2F7422}"/>
                </a:ext>
              </a:extLst>
            </p:cNvPr>
            <p:cNvGrpSpPr/>
            <p:nvPr/>
          </p:nvGrpSpPr>
          <p:grpSpPr>
            <a:xfrm>
              <a:off x="-760406" y="4672937"/>
              <a:ext cx="1520812" cy="1520812"/>
              <a:chOff x="-1604709" y="3012880"/>
              <a:chExt cx="3211378" cy="3211378"/>
            </a:xfrm>
          </p:grpSpPr>
          <p:sp>
            <p:nvSpPr>
              <p:cNvPr id="13" name="Forme libre : Forme 12">
                <a:extLst>
                  <a:ext uri="{FF2B5EF4-FFF2-40B4-BE49-F238E27FC236}">
                    <a16:creationId xmlns:a16="http://schemas.microsoft.com/office/drawing/2014/main" id="{1101B195-C112-4D20-8D19-4D22479B150D}"/>
                  </a:ext>
                </a:extLst>
              </p:cNvPr>
              <p:cNvSpPr/>
              <p:nvPr/>
            </p:nvSpPr>
            <p:spPr>
              <a:xfrm rot="18900000" flipH="1">
                <a:off x="-1604709" y="3012880"/>
                <a:ext cx="3211378" cy="3211378"/>
              </a:xfrm>
              <a:custGeom>
                <a:avLst/>
                <a:gdLst>
                  <a:gd name="connsiteX0" fmla="*/ 754341 w 754341"/>
                  <a:gd name="connsiteY0" fmla="*/ 754341 h 754341"/>
                  <a:gd name="connsiteX1" fmla="*/ 0 w 754341"/>
                  <a:gd name="connsiteY1" fmla="*/ 754341 h 754341"/>
                  <a:gd name="connsiteX2" fmla="*/ 0 w 754341"/>
                  <a:gd name="connsiteY2" fmla="*/ 0 h 7543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754341" h="754341">
                    <a:moveTo>
                      <a:pt x="754341" y="754341"/>
                    </a:moveTo>
                    <a:lnTo>
                      <a:pt x="0" y="75434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>
                  <a:lumMod val="50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fr-FR" noProof="0"/>
              </a:p>
            </p:txBody>
          </p:sp>
          <p:sp>
            <p:nvSpPr>
              <p:cNvPr id="14" name="Forme libre : Forme 12">
                <a:extLst>
                  <a:ext uri="{FF2B5EF4-FFF2-40B4-BE49-F238E27FC236}">
                    <a16:creationId xmlns:a16="http://schemas.microsoft.com/office/drawing/2014/main" id="{CA755F1F-9955-4CBB-8F34-F7801CA44CE7}"/>
                  </a:ext>
                </a:extLst>
              </p:cNvPr>
              <p:cNvSpPr/>
              <p:nvPr/>
            </p:nvSpPr>
            <p:spPr>
              <a:xfrm rot="13500000">
                <a:off x="-1226102" y="3352505"/>
                <a:ext cx="2416016" cy="2416016"/>
              </a:xfrm>
              <a:custGeom>
                <a:avLst/>
                <a:gdLst>
                  <a:gd name="connsiteX0" fmla="*/ 754341 w 754341"/>
                  <a:gd name="connsiteY0" fmla="*/ 754341 h 754341"/>
                  <a:gd name="connsiteX1" fmla="*/ 0 w 754341"/>
                  <a:gd name="connsiteY1" fmla="*/ 754341 h 754341"/>
                  <a:gd name="connsiteX2" fmla="*/ 0 w 754341"/>
                  <a:gd name="connsiteY2" fmla="*/ 0 h 7543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754341" h="754341">
                    <a:moveTo>
                      <a:pt x="754341" y="754341"/>
                    </a:moveTo>
                    <a:lnTo>
                      <a:pt x="0" y="754341"/>
                    </a:lnTo>
                    <a:lnTo>
                      <a:pt x="0" y="0"/>
                    </a:lnTo>
                    <a:close/>
                  </a:path>
                </a:pathLst>
              </a:custGeom>
              <a:pattFill prst="wdDnDiag">
                <a:fgClr>
                  <a:schemeClr val="accent1">
                    <a:lumMod val="60000"/>
                    <a:lumOff val="40000"/>
                  </a:schemeClr>
                </a:fgClr>
                <a:bgClr>
                  <a:schemeClr val="accent2">
                    <a:lumMod val="50000"/>
                  </a:schemeClr>
                </a:bgClr>
              </a:patt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fr-FR" noProof="0"/>
              </a:p>
            </p:txBody>
          </p:sp>
        </p:grpSp>
      </p:grpSp>
      <p:sp>
        <p:nvSpPr>
          <p:cNvPr id="2" name="Titre 1">
            <a:extLst>
              <a:ext uri="{FF2B5EF4-FFF2-40B4-BE49-F238E27FC236}">
                <a16:creationId xmlns:a16="http://schemas.microsoft.com/office/drawing/2014/main" id="{9E597736-C478-4C26-9BAF-205FE31E977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761488" y="2395728"/>
            <a:ext cx="7077456" cy="1243584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GB" sz="6600" b="1" dirty="0">
                <a:solidFill>
                  <a:schemeClr val="accent2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 rtl="0"/>
            <a:r>
              <a:rPr lang="fr-FR" noProof="0"/>
              <a:t>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C3D2DEF0-A0B0-4CFE-B67D-A9D75E2368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761488" y="3721608"/>
            <a:ext cx="7077456" cy="86868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GB" sz="1800" spc="300" dirty="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marL="228600" lvl="0" indent="-228600" rtl="0"/>
            <a:r>
              <a:rPr lang="fr-FR" noProof="0"/>
              <a:t>Modifiez le style des sous-titres du masque</a:t>
            </a:r>
          </a:p>
        </p:txBody>
      </p:sp>
    </p:spTree>
    <p:extLst>
      <p:ext uri="{BB962C8B-B14F-4D97-AF65-F5344CB8AC3E}">
        <p14:creationId xmlns:p14="http://schemas.microsoft.com/office/powerpoint/2010/main" val="4369596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-têt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2838D16-809E-4EB1-8C0C-0E63D813911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C43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8" name="Forme libre : Forme 7">
            <a:extLst>
              <a:ext uri="{FF2B5EF4-FFF2-40B4-BE49-F238E27FC236}">
                <a16:creationId xmlns:a16="http://schemas.microsoft.com/office/drawing/2014/main" id="{01FEB333-94B4-4E53-9019-D584810903BB}"/>
              </a:ext>
            </a:extLst>
          </p:cNvPr>
          <p:cNvSpPr/>
          <p:nvPr userDrawn="1"/>
        </p:nvSpPr>
        <p:spPr>
          <a:xfrm>
            <a:off x="0" y="0"/>
            <a:ext cx="12192000" cy="6862745"/>
          </a:xfrm>
          <a:custGeom>
            <a:avLst/>
            <a:gdLst>
              <a:gd name="connsiteX0" fmla="*/ 0 w 12192000"/>
              <a:gd name="connsiteY0" fmla="*/ 0 h 6849743"/>
              <a:gd name="connsiteX1" fmla="*/ 7554712 w 12192000"/>
              <a:gd name="connsiteY1" fmla="*/ 0 h 6849743"/>
              <a:gd name="connsiteX2" fmla="*/ 10266645 w 12192000"/>
              <a:gd name="connsiteY2" fmla="*/ 2711934 h 6849743"/>
              <a:gd name="connsiteX3" fmla="*/ 11289529 w 12192000"/>
              <a:gd name="connsiteY3" fmla="*/ 2711934 h 6849743"/>
              <a:gd name="connsiteX4" fmla="*/ 12191999 w 12192000"/>
              <a:gd name="connsiteY4" fmla="*/ 3614404 h 6849743"/>
              <a:gd name="connsiteX5" fmla="*/ 12192000 w 12192000"/>
              <a:gd name="connsiteY5" fmla="*/ 6849743 h 6849743"/>
              <a:gd name="connsiteX6" fmla="*/ 0 w 12192000"/>
              <a:gd name="connsiteY6" fmla="*/ 6849743 h 68497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49743">
                <a:moveTo>
                  <a:pt x="0" y="0"/>
                </a:moveTo>
                <a:lnTo>
                  <a:pt x="7554712" y="0"/>
                </a:lnTo>
                <a:lnTo>
                  <a:pt x="10266645" y="2711934"/>
                </a:lnTo>
                <a:lnTo>
                  <a:pt x="11289529" y="2711934"/>
                </a:lnTo>
                <a:lnTo>
                  <a:pt x="12191999" y="3614404"/>
                </a:lnTo>
                <a:lnTo>
                  <a:pt x="12192000" y="6849743"/>
                </a:lnTo>
                <a:lnTo>
                  <a:pt x="0" y="6849743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9" name="Forme libre : Forme 8">
            <a:extLst>
              <a:ext uri="{FF2B5EF4-FFF2-40B4-BE49-F238E27FC236}">
                <a16:creationId xmlns:a16="http://schemas.microsoft.com/office/drawing/2014/main" id="{A59B9489-0CD9-4DB7-AC82-6E7867F91403}"/>
              </a:ext>
            </a:extLst>
          </p:cNvPr>
          <p:cNvSpPr/>
          <p:nvPr userDrawn="1"/>
        </p:nvSpPr>
        <p:spPr>
          <a:xfrm rot="16200000" flipV="1">
            <a:off x="2626805" y="-2626805"/>
            <a:ext cx="6862743" cy="12116353"/>
          </a:xfrm>
          <a:custGeom>
            <a:avLst/>
            <a:gdLst>
              <a:gd name="connsiteX0" fmla="*/ 6853871 w 6853871"/>
              <a:gd name="connsiteY0" fmla="*/ 12116353 h 12116353"/>
              <a:gd name="connsiteX1" fmla="*/ 6853871 w 6853871"/>
              <a:gd name="connsiteY1" fmla="*/ 8014954 h 12116353"/>
              <a:gd name="connsiteX2" fmla="*/ 4141930 w 6853871"/>
              <a:gd name="connsiteY2" fmla="*/ 8014954 h 12116353"/>
              <a:gd name="connsiteX3" fmla="*/ 4141930 w 6853871"/>
              <a:gd name="connsiteY3" fmla="*/ 8014952 h 12116353"/>
              <a:gd name="connsiteX4" fmla="*/ 6853871 w 6853871"/>
              <a:gd name="connsiteY4" fmla="*/ 8014952 h 12116353"/>
              <a:gd name="connsiteX5" fmla="*/ 4141930 w 6853871"/>
              <a:gd name="connsiteY5" fmla="*/ 5293882 h 12116353"/>
              <a:gd name="connsiteX6" fmla="*/ 4141930 w 6853871"/>
              <a:gd name="connsiteY6" fmla="*/ 4141928 h 12116353"/>
              <a:gd name="connsiteX7" fmla="*/ 0 w 6853871"/>
              <a:gd name="connsiteY7" fmla="*/ 0 h 12116353"/>
              <a:gd name="connsiteX8" fmla="*/ 0 w 6853871"/>
              <a:gd name="connsiteY8" fmla="*/ 12116353 h 12116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3871" h="12116353">
                <a:moveTo>
                  <a:pt x="6853871" y="12116353"/>
                </a:moveTo>
                <a:lnTo>
                  <a:pt x="6853871" y="8014954"/>
                </a:lnTo>
                <a:lnTo>
                  <a:pt x="4141930" y="8014954"/>
                </a:lnTo>
                <a:lnTo>
                  <a:pt x="4141930" y="8014952"/>
                </a:lnTo>
                <a:lnTo>
                  <a:pt x="6853871" y="8014952"/>
                </a:lnTo>
                <a:lnTo>
                  <a:pt x="4141930" y="5293882"/>
                </a:lnTo>
                <a:lnTo>
                  <a:pt x="4141930" y="4141928"/>
                </a:lnTo>
                <a:lnTo>
                  <a:pt x="0" y="0"/>
                </a:lnTo>
                <a:lnTo>
                  <a:pt x="0" y="12116353"/>
                </a:lnTo>
                <a:close/>
              </a:path>
            </a:pathLst>
          </a:custGeom>
          <a:pattFill prst="wdDnDiag">
            <a:fgClr>
              <a:schemeClr val="accent1"/>
            </a:fgClr>
            <a:bgClr>
              <a:schemeClr val="accent2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10" name="Triangle droit 9">
            <a:extLst>
              <a:ext uri="{FF2B5EF4-FFF2-40B4-BE49-F238E27FC236}">
                <a16:creationId xmlns:a16="http://schemas.microsoft.com/office/drawing/2014/main" id="{A55D1C76-C591-4FA5-9780-87AB6B37C0FA}"/>
              </a:ext>
            </a:extLst>
          </p:cNvPr>
          <p:cNvSpPr/>
          <p:nvPr userDrawn="1"/>
        </p:nvSpPr>
        <p:spPr>
          <a:xfrm rot="5400000" flipV="1">
            <a:off x="5851010" y="-10649"/>
            <a:ext cx="6326154" cy="6347453"/>
          </a:xfrm>
          <a:prstGeom prst="rtTriangle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11" name="Forme libre : Forme 10">
            <a:extLst>
              <a:ext uri="{FF2B5EF4-FFF2-40B4-BE49-F238E27FC236}">
                <a16:creationId xmlns:a16="http://schemas.microsoft.com/office/drawing/2014/main" id="{A7DC1D12-670F-4235-8791-FA8C2B330871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12" name="Forme libre : Forme 11">
            <a:extLst>
              <a:ext uri="{FF2B5EF4-FFF2-40B4-BE49-F238E27FC236}">
                <a16:creationId xmlns:a16="http://schemas.microsoft.com/office/drawing/2014/main" id="{859569CF-FDAC-47C4-A0F5-296F7117C398}"/>
              </a:ext>
            </a:extLst>
          </p:cNvPr>
          <p:cNvSpPr/>
          <p:nvPr userDrawn="1"/>
        </p:nvSpPr>
        <p:spPr>
          <a:xfrm rot="2700000">
            <a:off x="9668984" y="1404392"/>
            <a:ext cx="4406148" cy="5299239"/>
          </a:xfrm>
          <a:custGeom>
            <a:avLst/>
            <a:gdLst>
              <a:gd name="connsiteX0" fmla="*/ 0 w 4406148"/>
              <a:gd name="connsiteY0" fmla="*/ 0 h 5299239"/>
              <a:gd name="connsiteX1" fmla="*/ 4406148 w 4406148"/>
              <a:gd name="connsiteY1" fmla="*/ 4406147 h 5299239"/>
              <a:gd name="connsiteX2" fmla="*/ 3513056 w 4406148"/>
              <a:gd name="connsiteY2" fmla="*/ 5299239 h 5299239"/>
              <a:gd name="connsiteX3" fmla="*/ 1 w 4406148"/>
              <a:gd name="connsiteY3" fmla="*/ 5299239 h 52992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406148" h="5299239">
                <a:moveTo>
                  <a:pt x="0" y="0"/>
                </a:moveTo>
                <a:lnTo>
                  <a:pt x="4406148" y="4406147"/>
                </a:lnTo>
                <a:lnTo>
                  <a:pt x="3513056" y="5299239"/>
                </a:lnTo>
                <a:lnTo>
                  <a:pt x="1" y="5299239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fr-FR" noProof="0"/>
          </a:p>
        </p:txBody>
      </p:sp>
      <p:sp>
        <p:nvSpPr>
          <p:cNvPr id="13" name="Forme libre : Forme 12">
            <a:extLst>
              <a:ext uri="{FF2B5EF4-FFF2-40B4-BE49-F238E27FC236}">
                <a16:creationId xmlns:a16="http://schemas.microsoft.com/office/drawing/2014/main" id="{D68D0C72-2B2C-4C85-A091-157853C71784}"/>
              </a:ext>
            </a:extLst>
          </p:cNvPr>
          <p:cNvSpPr/>
          <p:nvPr userDrawn="1"/>
        </p:nvSpPr>
        <p:spPr>
          <a:xfrm rot="8100000" flipH="1">
            <a:off x="9583575" y="1088097"/>
            <a:ext cx="5072180" cy="4843502"/>
          </a:xfrm>
          <a:custGeom>
            <a:avLst/>
            <a:gdLst>
              <a:gd name="connsiteX0" fmla="*/ 5072180 w 5072180"/>
              <a:gd name="connsiteY0" fmla="*/ 4843501 h 4843502"/>
              <a:gd name="connsiteX1" fmla="*/ 228679 w 5072180"/>
              <a:gd name="connsiteY1" fmla="*/ 0 h 4843502"/>
              <a:gd name="connsiteX2" fmla="*/ 1 w 5072180"/>
              <a:gd name="connsiteY2" fmla="*/ 228678 h 4843502"/>
              <a:gd name="connsiteX3" fmla="*/ 0 w 5072180"/>
              <a:gd name="connsiteY3" fmla="*/ 4843502 h 48435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72180" h="4843502">
                <a:moveTo>
                  <a:pt x="5072180" y="4843501"/>
                </a:moveTo>
                <a:lnTo>
                  <a:pt x="228679" y="0"/>
                </a:lnTo>
                <a:lnTo>
                  <a:pt x="1" y="228678"/>
                </a:lnTo>
                <a:lnTo>
                  <a:pt x="0" y="4843502"/>
                </a:lnTo>
                <a:close/>
              </a:path>
            </a:pathLst>
          </a:custGeom>
          <a:pattFill prst="wdDnDiag">
            <a:fgClr>
              <a:schemeClr val="accent1">
                <a:lumMod val="60000"/>
                <a:lumOff val="40000"/>
              </a:schemeClr>
            </a:fgClr>
            <a:bgClr>
              <a:schemeClr val="accent2">
                <a:lumMod val="50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fr-FR" noProof="0"/>
          </a:p>
        </p:txBody>
      </p:sp>
      <p:sp>
        <p:nvSpPr>
          <p:cNvPr id="14" name="Forme libre : Forme 13">
            <a:extLst>
              <a:ext uri="{FF2B5EF4-FFF2-40B4-BE49-F238E27FC236}">
                <a16:creationId xmlns:a16="http://schemas.microsoft.com/office/drawing/2014/main" id="{8E25334A-5FE3-4DDA-8D32-4796CCFCAA74}"/>
              </a:ext>
            </a:extLst>
          </p:cNvPr>
          <p:cNvSpPr/>
          <p:nvPr userDrawn="1"/>
        </p:nvSpPr>
        <p:spPr>
          <a:xfrm rot="2700000">
            <a:off x="11438585" y="5665752"/>
            <a:ext cx="877778" cy="1755556"/>
          </a:xfrm>
          <a:custGeom>
            <a:avLst/>
            <a:gdLst>
              <a:gd name="connsiteX0" fmla="*/ 0 w 877778"/>
              <a:gd name="connsiteY0" fmla="*/ 0 h 1755556"/>
              <a:gd name="connsiteX1" fmla="*/ 877778 w 877778"/>
              <a:gd name="connsiteY1" fmla="*/ 877778 h 1755556"/>
              <a:gd name="connsiteX2" fmla="*/ 0 w 877778"/>
              <a:gd name="connsiteY2" fmla="*/ 1755556 h 17555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77778" h="1755556">
                <a:moveTo>
                  <a:pt x="0" y="0"/>
                </a:moveTo>
                <a:lnTo>
                  <a:pt x="877778" y="877778"/>
                </a:lnTo>
                <a:lnTo>
                  <a:pt x="0" y="175555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fr-FR" noProof="0"/>
          </a:p>
        </p:txBody>
      </p:sp>
      <p:sp>
        <p:nvSpPr>
          <p:cNvPr id="15" name="Forme libre : Forme 14">
            <a:extLst>
              <a:ext uri="{FF2B5EF4-FFF2-40B4-BE49-F238E27FC236}">
                <a16:creationId xmlns:a16="http://schemas.microsoft.com/office/drawing/2014/main" id="{18818DF1-D7FD-4C0F-875D-7A07E8F75C06}"/>
              </a:ext>
            </a:extLst>
          </p:cNvPr>
          <p:cNvSpPr/>
          <p:nvPr userDrawn="1"/>
        </p:nvSpPr>
        <p:spPr>
          <a:xfrm rot="8100000" flipH="1">
            <a:off x="10582265" y="5841410"/>
            <a:ext cx="2372348" cy="1186174"/>
          </a:xfrm>
          <a:custGeom>
            <a:avLst/>
            <a:gdLst>
              <a:gd name="connsiteX0" fmla="*/ 2372348 w 2372348"/>
              <a:gd name="connsiteY0" fmla="*/ 1186174 h 1186174"/>
              <a:gd name="connsiteX1" fmla="*/ 1186174 w 2372348"/>
              <a:gd name="connsiteY1" fmla="*/ 0 h 1186174"/>
              <a:gd name="connsiteX2" fmla="*/ 0 w 2372348"/>
              <a:gd name="connsiteY2" fmla="*/ 1186174 h 11861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372348" h="1186174">
                <a:moveTo>
                  <a:pt x="2372348" y="1186174"/>
                </a:moveTo>
                <a:lnTo>
                  <a:pt x="1186174" y="0"/>
                </a:lnTo>
                <a:lnTo>
                  <a:pt x="0" y="1186174"/>
                </a:lnTo>
                <a:close/>
              </a:path>
            </a:pathLst>
          </a:custGeom>
          <a:pattFill prst="wdUpDiag">
            <a:fgClr>
              <a:schemeClr val="accent1">
                <a:lumMod val="60000"/>
                <a:lumOff val="40000"/>
              </a:schemeClr>
            </a:fgClr>
            <a:bgClr>
              <a:schemeClr val="accent2">
                <a:lumMod val="50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fr-FR" noProof="0"/>
          </a:p>
        </p:txBody>
      </p:sp>
      <p:grpSp>
        <p:nvGrpSpPr>
          <p:cNvPr id="16" name="Groupe 15">
            <a:extLst>
              <a:ext uri="{FF2B5EF4-FFF2-40B4-BE49-F238E27FC236}">
                <a16:creationId xmlns:a16="http://schemas.microsoft.com/office/drawing/2014/main" id="{8F9BB384-9E14-4CEA-82C1-21837229D3EF}"/>
              </a:ext>
            </a:extLst>
          </p:cNvPr>
          <p:cNvGrpSpPr/>
          <p:nvPr userDrawn="1"/>
        </p:nvGrpSpPr>
        <p:grpSpPr>
          <a:xfrm rot="16200000">
            <a:off x="431651" y="-917359"/>
            <a:ext cx="1532001" cy="1826463"/>
            <a:chOff x="10800164" y="7142066"/>
            <a:chExt cx="2775293" cy="3308724"/>
          </a:xfrm>
        </p:grpSpPr>
        <p:sp>
          <p:nvSpPr>
            <p:cNvPr id="17" name="Forme libre : Forme 16">
              <a:extLst>
                <a:ext uri="{FF2B5EF4-FFF2-40B4-BE49-F238E27FC236}">
                  <a16:creationId xmlns:a16="http://schemas.microsoft.com/office/drawing/2014/main" id="{0862A81A-959D-4EAB-90ED-DB20759BB397}"/>
                </a:ext>
              </a:extLst>
            </p:cNvPr>
            <p:cNvSpPr/>
            <p:nvPr/>
          </p:nvSpPr>
          <p:spPr>
            <a:xfrm rot="2700000">
              <a:off x="10800164" y="7675497"/>
              <a:ext cx="2775293" cy="2775293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fr-FR" noProof="0"/>
            </a:p>
          </p:txBody>
        </p:sp>
        <p:sp>
          <p:nvSpPr>
            <p:cNvPr id="18" name="Forme libre : Forme 17">
              <a:extLst>
                <a:ext uri="{FF2B5EF4-FFF2-40B4-BE49-F238E27FC236}">
                  <a16:creationId xmlns:a16="http://schemas.microsoft.com/office/drawing/2014/main" id="{AAB9E28C-9422-42BD-AECE-29B44B5D63E2}"/>
                </a:ext>
              </a:extLst>
            </p:cNvPr>
            <p:cNvSpPr/>
            <p:nvPr/>
          </p:nvSpPr>
          <p:spPr>
            <a:xfrm rot="8100000" flipH="1">
              <a:off x="10811837" y="7142066"/>
              <a:ext cx="2751954" cy="2751955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wdDnDiag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fr-FR" noProof="0"/>
            </a:p>
          </p:txBody>
        </p:sp>
      </p:grpSp>
      <p:grpSp>
        <p:nvGrpSpPr>
          <p:cNvPr id="19" name="Groupe 18">
            <a:extLst>
              <a:ext uri="{FF2B5EF4-FFF2-40B4-BE49-F238E27FC236}">
                <a16:creationId xmlns:a16="http://schemas.microsoft.com/office/drawing/2014/main" id="{2772239B-C46D-4458-BB4B-DDB12FAB0172}"/>
              </a:ext>
            </a:extLst>
          </p:cNvPr>
          <p:cNvGrpSpPr/>
          <p:nvPr userDrawn="1"/>
        </p:nvGrpSpPr>
        <p:grpSpPr>
          <a:xfrm rot="16200000">
            <a:off x="1992859" y="-497210"/>
            <a:ext cx="818398" cy="986162"/>
            <a:chOff x="10945855" y="7317026"/>
            <a:chExt cx="2483924" cy="2993104"/>
          </a:xfrm>
        </p:grpSpPr>
        <p:sp>
          <p:nvSpPr>
            <p:cNvPr id="20" name="Forme libre : Forme 19">
              <a:extLst>
                <a:ext uri="{FF2B5EF4-FFF2-40B4-BE49-F238E27FC236}">
                  <a16:creationId xmlns:a16="http://schemas.microsoft.com/office/drawing/2014/main" id="{3C8A2A1A-1FB9-4CA1-B74E-B293187E51AA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fr-FR" noProof="0"/>
            </a:p>
          </p:txBody>
        </p:sp>
        <p:sp>
          <p:nvSpPr>
            <p:cNvPr id="21" name="Forme libre : Forme 20">
              <a:extLst>
                <a:ext uri="{FF2B5EF4-FFF2-40B4-BE49-F238E27FC236}">
                  <a16:creationId xmlns:a16="http://schemas.microsoft.com/office/drawing/2014/main" id="{DF2B18BA-6B43-40FA-A23B-D894D6AB468B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fr-FR" noProof="0"/>
            </a:p>
          </p:txBody>
        </p:sp>
      </p:grp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5E194264-A3F5-42E2-9A63-DCCED0457E1B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4754880"/>
            <a:ext cx="6803136" cy="36576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600" spc="300">
                <a:solidFill>
                  <a:schemeClr val="accent1">
                    <a:lumMod val="20000"/>
                    <a:lumOff val="80000"/>
                  </a:schemeClr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marL="228600" lvl="0" indent="-228600" rtl="0"/>
            <a:r>
              <a:rPr lang="fr-FR" noProof="0"/>
              <a:t>Modifiez les styles du texte du masque</a:t>
            </a:r>
          </a:p>
        </p:txBody>
      </p:sp>
      <p:sp>
        <p:nvSpPr>
          <p:cNvPr id="22" name="Espace réservé du numéro de diapositive 4">
            <a:extLst>
              <a:ext uri="{FF2B5EF4-FFF2-40B4-BE49-F238E27FC236}">
                <a16:creationId xmlns:a16="http://schemas.microsoft.com/office/drawing/2014/main" id="{0F332671-6296-47C8-BF26-B2D962F5D0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 rtlCol="0"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pPr rtl="0"/>
            <a:fld id="{C263D6C4-4840-40CC-AC84-17E24B3B7BDE}" type="slidenum">
              <a:rPr lang="fr-FR" noProof="0" smtClean="0"/>
              <a:pPr/>
              <a:t>‹N°›</a:t>
            </a:fld>
            <a:endParaRPr lang="fr-FR" noProof="0"/>
          </a:p>
        </p:txBody>
      </p:sp>
      <p:sp>
        <p:nvSpPr>
          <p:cNvPr id="23" name="Titre 1">
            <a:extLst>
              <a:ext uri="{FF2B5EF4-FFF2-40B4-BE49-F238E27FC236}">
                <a16:creationId xmlns:a16="http://schemas.microsoft.com/office/drawing/2014/main" id="{7772A652-7229-2B42-B87B-298C31D6F0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2104" y="3886200"/>
            <a:ext cx="7781544" cy="859055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GB" sz="5400" b="1" dirty="0">
                <a:solidFill>
                  <a:schemeClr val="bg1"/>
                </a:solidFill>
                <a:latin typeface="+mj-lt"/>
              </a:defRPr>
            </a:lvl1pPr>
          </a:lstStyle>
          <a:p>
            <a:pPr lvl="0" rtl="0"/>
            <a:r>
              <a:rPr lang="fr-FR" noProof="0"/>
              <a:t>Titre de section 01</a:t>
            </a:r>
          </a:p>
        </p:txBody>
      </p:sp>
    </p:spTree>
    <p:extLst>
      <p:ext uri="{BB962C8B-B14F-4D97-AF65-F5344CB8AC3E}">
        <p14:creationId xmlns:p14="http://schemas.microsoft.com/office/powerpoint/2010/main" val="16751974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-tête de section 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2CDBB6E5-B91E-4946-9390-E8693855103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34" name="Forme libre : Forme 33">
            <a:extLst>
              <a:ext uri="{FF2B5EF4-FFF2-40B4-BE49-F238E27FC236}">
                <a16:creationId xmlns:a16="http://schemas.microsoft.com/office/drawing/2014/main" id="{0C3CC1C9-1FA0-4FE4-8984-4A8B3728D674}"/>
              </a:ext>
            </a:extLst>
          </p:cNvPr>
          <p:cNvSpPr/>
          <p:nvPr userDrawn="1"/>
        </p:nvSpPr>
        <p:spPr>
          <a:xfrm rot="16200000" flipV="1">
            <a:off x="2855762" y="-2473495"/>
            <a:ext cx="6862743" cy="11809733"/>
          </a:xfrm>
          <a:custGeom>
            <a:avLst/>
            <a:gdLst>
              <a:gd name="connsiteX0" fmla="*/ 6862743 w 6862743"/>
              <a:gd name="connsiteY0" fmla="*/ 11809733 h 11809733"/>
              <a:gd name="connsiteX1" fmla="*/ 6862743 w 6862743"/>
              <a:gd name="connsiteY1" fmla="*/ 7708334 h 11809733"/>
              <a:gd name="connsiteX2" fmla="*/ 4147292 w 6862743"/>
              <a:gd name="connsiteY2" fmla="*/ 7708334 h 11809733"/>
              <a:gd name="connsiteX3" fmla="*/ 4147292 w 6862743"/>
              <a:gd name="connsiteY3" fmla="*/ 7708332 h 11809733"/>
              <a:gd name="connsiteX4" fmla="*/ 6862743 w 6862743"/>
              <a:gd name="connsiteY4" fmla="*/ 7708332 h 11809733"/>
              <a:gd name="connsiteX5" fmla="*/ 4147291 w 6862743"/>
              <a:gd name="connsiteY5" fmla="*/ 4987262 h 11809733"/>
              <a:gd name="connsiteX6" fmla="*/ 4147291 w 6862743"/>
              <a:gd name="connsiteY6" fmla="*/ 3835308 h 11809733"/>
              <a:gd name="connsiteX7" fmla="*/ 307017 w 6862743"/>
              <a:gd name="connsiteY7" fmla="*/ 0 h 11809733"/>
              <a:gd name="connsiteX8" fmla="*/ 0 w 6862743"/>
              <a:gd name="connsiteY8" fmla="*/ 0 h 11809733"/>
              <a:gd name="connsiteX9" fmla="*/ 0 w 6862743"/>
              <a:gd name="connsiteY9" fmla="*/ 11809733 h 118097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3" h="11809733">
                <a:moveTo>
                  <a:pt x="6862743" y="11809733"/>
                </a:moveTo>
                <a:lnTo>
                  <a:pt x="6862743" y="7708334"/>
                </a:lnTo>
                <a:lnTo>
                  <a:pt x="4147292" y="7708334"/>
                </a:lnTo>
                <a:lnTo>
                  <a:pt x="4147292" y="7708332"/>
                </a:lnTo>
                <a:lnTo>
                  <a:pt x="6862743" y="7708332"/>
                </a:lnTo>
                <a:lnTo>
                  <a:pt x="4147291" y="4987262"/>
                </a:lnTo>
                <a:lnTo>
                  <a:pt x="4147291" y="3835308"/>
                </a:lnTo>
                <a:lnTo>
                  <a:pt x="307017" y="0"/>
                </a:lnTo>
                <a:lnTo>
                  <a:pt x="0" y="0"/>
                </a:lnTo>
                <a:lnTo>
                  <a:pt x="0" y="11809733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fr-FR" noProof="0"/>
          </a:p>
        </p:txBody>
      </p:sp>
      <p:sp>
        <p:nvSpPr>
          <p:cNvPr id="24" name="Forme libre : Forme 23">
            <a:extLst>
              <a:ext uri="{FF2B5EF4-FFF2-40B4-BE49-F238E27FC236}">
                <a16:creationId xmlns:a16="http://schemas.microsoft.com/office/drawing/2014/main" id="{8E049265-431E-48DE-B7F7-4959930171DC}"/>
              </a:ext>
            </a:extLst>
          </p:cNvPr>
          <p:cNvSpPr/>
          <p:nvPr userDrawn="1"/>
        </p:nvSpPr>
        <p:spPr>
          <a:xfrm rot="16200000" flipV="1">
            <a:off x="2626806" y="-2626805"/>
            <a:ext cx="6862743" cy="12116353"/>
          </a:xfrm>
          <a:custGeom>
            <a:avLst/>
            <a:gdLst>
              <a:gd name="connsiteX0" fmla="*/ 6853871 w 6853871"/>
              <a:gd name="connsiteY0" fmla="*/ 12116353 h 12116353"/>
              <a:gd name="connsiteX1" fmla="*/ 6853871 w 6853871"/>
              <a:gd name="connsiteY1" fmla="*/ 8014954 h 12116353"/>
              <a:gd name="connsiteX2" fmla="*/ 4141930 w 6853871"/>
              <a:gd name="connsiteY2" fmla="*/ 8014954 h 12116353"/>
              <a:gd name="connsiteX3" fmla="*/ 4141930 w 6853871"/>
              <a:gd name="connsiteY3" fmla="*/ 8014952 h 12116353"/>
              <a:gd name="connsiteX4" fmla="*/ 6853871 w 6853871"/>
              <a:gd name="connsiteY4" fmla="*/ 8014952 h 12116353"/>
              <a:gd name="connsiteX5" fmla="*/ 4141930 w 6853871"/>
              <a:gd name="connsiteY5" fmla="*/ 5293882 h 12116353"/>
              <a:gd name="connsiteX6" fmla="*/ 4141930 w 6853871"/>
              <a:gd name="connsiteY6" fmla="*/ 4141928 h 12116353"/>
              <a:gd name="connsiteX7" fmla="*/ 0 w 6853871"/>
              <a:gd name="connsiteY7" fmla="*/ 0 h 12116353"/>
              <a:gd name="connsiteX8" fmla="*/ 0 w 6853871"/>
              <a:gd name="connsiteY8" fmla="*/ 12116353 h 12116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3871" h="12116353">
                <a:moveTo>
                  <a:pt x="6853871" y="12116353"/>
                </a:moveTo>
                <a:lnTo>
                  <a:pt x="6853871" y="8014954"/>
                </a:lnTo>
                <a:lnTo>
                  <a:pt x="4141930" y="8014954"/>
                </a:lnTo>
                <a:lnTo>
                  <a:pt x="4141930" y="8014952"/>
                </a:lnTo>
                <a:lnTo>
                  <a:pt x="6853871" y="8014952"/>
                </a:lnTo>
                <a:lnTo>
                  <a:pt x="4141930" y="5293882"/>
                </a:lnTo>
                <a:lnTo>
                  <a:pt x="4141930" y="4141928"/>
                </a:lnTo>
                <a:lnTo>
                  <a:pt x="0" y="0"/>
                </a:lnTo>
                <a:lnTo>
                  <a:pt x="0" y="12116353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25" name="Forme libre : Forme 24">
            <a:extLst>
              <a:ext uri="{FF2B5EF4-FFF2-40B4-BE49-F238E27FC236}">
                <a16:creationId xmlns:a16="http://schemas.microsoft.com/office/drawing/2014/main" id="{173E5F2D-1F8E-4DCC-857F-932C6C6539BB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grpSp>
        <p:nvGrpSpPr>
          <p:cNvPr id="26" name="Groupe 25">
            <a:extLst>
              <a:ext uri="{FF2B5EF4-FFF2-40B4-BE49-F238E27FC236}">
                <a16:creationId xmlns:a16="http://schemas.microsoft.com/office/drawing/2014/main" id="{E9318B2B-E019-4078-9EF0-C9D6281AE31B}"/>
              </a:ext>
            </a:extLst>
          </p:cNvPr>
          <p:cNvGrpSpPr/>
          <p:nvPr userDrawn="1"/>
        </p:nvGrpSpPr>
        <p:grpSpPr>
          <a:xfrm>
            <a:off x="9776075" y="2057401"/>
            <a:ext cx="4413559" cy="3934444"/>
            <a:chOff x="9222437" y="1088097"/>
            <a:chExt cx="5433318" cy="4843502"/>
          </a:xfrm>
        </p:grpSpPr>
        <p:sp>
          <p:nvSpPr>
            <p:cNvPr id="27" name="Forme libre : Forme 26">
              <a:extLst>
                <a:ext uri="{FF2B5EF4-FFF2-40B4-BE49-F238E27FC236}">
                  <a16:creationId xmlns:a16="http://schemas.microsoft.com/office/drawing/2014/main" id="{D3E625C0-9656-421F-861F-67C8F93362ED}"/>
                </a:ext>
              </a:extLst>
            </p:cNvPr>
            <p:cNvSpPr/>
            <p:nvPr/>
          </p:nvSpPr>
          <p:spPr>
            <a:xfrm rot="2700000">
              <a:off x="9668983" y="1078460"/>
              <a:ext cx="4406148" cy="5299239"/>
            </a:xfrm>
            <a:custGeom>
              <a:avLst/>
              <a:gdLst>
                <a:gd name="connsiteX0" fmla="*/ 0 w 4406148"/>
                <a:gd name="connsiteY0" fmla="*/ 0 h 5299239"/>
                <a:gd name="connsiteX1" fmla="*/ 4406148 w 4406148"/>
                <a:gd name="connsiteY1" fmla="*/ 4406147 h 5299239"/>
                <a:gd name="connsiteX2" fmla="*/ 3513056 w 4406148"/>
                <a:gd name="connsiteY2" fmla="*/ 5299239 h 5299239"/>
                <a:gd name="connsiteX3" fmla="*/ 1 w 4406148"/>
                <a:gd name="connsiteY3" fmla="*/ 5299239 h 5299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06148" h="5299239">
                  <a:moveTo>
                    <a:pt x="0" y="0"/>
                  </a:moveTo>
                  <a:lnTo>
                    <a:pt x="4406148" y="4406147"/>
                  </a:lnTo>
                  <a:lnTo>
                    <a:pt x="3513056" y="5299239"/>
                  </a:lnTo>
                  <a:lnTo>
                    <a:pt x="1" y="5299239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 rtl="0"/>
              <a:endParaRPr lang="fr-FR" noProof="0"/>
            </a:p>
          </p:txBody>
        </p:sp>
        <p:sp>
          <p:nvSpPr>
            <p:cNvPr id="28" name="Forme libre : Forme 27">
              <a:extLst>
                <a:ext uri="{FF2B5EF4-FFF2-40B4-BE49-F238E27FC236}">
                  <a16:creationId xmlns:a16="http://schemas.microsoft.com/office/drawing/2014/main" id="{49F8E490-C6E3-4D00-866F-CD85DD88996E}"/>
                </a:ext>
              </a:extLst>
            </p:cNvPr>
            <p:cNvSpPr/>
            <p:nvPr/>
          </p:nvSpPr>
          <p:spPr>
            <a:xfrm rot="8100000" flipH="1">
              <a:off x="9583575" y="1088097"/>
              <a:ext cx="5072180" cy="4843502"/>
            </a:xfrm>
            <a:custGeom>
              <a:avLst/>
              <a:gdLst>
                <a:gd name="connsiteX0" fmla="*/ 5072180 w 5072180"/>
                <a:gd name="connsiteY0" fmla="*/ 4843501 h 4843502"/>
                <a:gd name="connsiteX1" fmla="*/ 228679 w 5072180"/>
                <a:gd name="connsiteY1" fmla="*/ 0 h 4843502"/>
                <a:gd name="connsiteX2" fmla="*/ 1 w 5072180"/>
                <a:gd name="connsiteY2" fmla="*/ 228678 h 4843502"/>
                <a:gd name="connsiteX3" fmla="*/ 0 w 5072180"/>
                <a:gd name="connsiteY3" fmla="*/ 4843502 h 48435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72180" h="4843502">
                  <a:moveTo>
                    <a:pt x="5072180" y="4843501"/>
                  </a:moveTo>
                  <a:lnTo>
                    <a:pt x="228679" y="0"/>
                  </a:lnTo>
                  <a:lnTo>
                    <a:pt x="1" y="228678"/>
                  </a:lnTo>
                  <a:lnTo>
                    <a:pt x="0" y="4843502"/>
                  </a:lnTo>
                  <a:close/>
                </a:path>
              </a:pathLst>
            </a:custGeom>
            <a:pattFill prst="wdDnDiag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 rtl="0"/>
              <a:endParaRPr lang="fr-FR" noProof="0"/>
            </a:p>
          </p:txBody>
        </p:sp>
      </p:grpSp>
      <p:sp>
        <p:nvSpPr>
          <p:cNvPr id="29" name="Forme libre : Forme 28">
            <a:extLst>
              <a:ext uri="{FF2B5EF4-FFF2-40B4-BE49-F238E27FC236}">
                <a16:creationId xmlns:a16="http://schemas.microsoft.com/office/drawing/2014/main" id="{EE8F5B31-1523-46AE-9455-C33DFC1BDDE0}"/>
              </a:ext>
            </a:extLst>
          </p:cNvPr>
          <p:cNvSpPr/>
          <p:nvPr userDrawn="1"/>
        </p:nvSpPr>
        <p:spPr>
          <a:xfrm rot="2700000">
            <a:off x="11438585" y="5665752"/>
            <a:ext cx="877778" cy="1755556"/>
          </a:xfrm>
          <a:custGeom>
            <a:avLst/>
            <a:gdLst>
              <a:gd name="connsiteX0" fmla="*/ 0 w 877778"/>
              <a:gd name="connsiteY0" fmla="*/ 0 h 1755556"/>
              <a:gd name="connsiteX1" fmla="*/ 877778 w 877778"/>
              <a:gd name="connsiteY1" fmla="*/ 877778 h 1755556"/>
              <a:gd name="connsiteX2" fmla="*/ 0 w 877778"/>
              <a:gd name="connsiteY2" fmla="*/ 1755556 h 17555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77778" h="1755556">
                <a:moveTo>
                  <a:pt x="0" y="0"/>
                </a:moveTo>
                <a:lnTo>
                  <a:pt x="877778" y="877778"/>
                </a:lnTo>
                <a:lnTo>
                  <a:pt x="0" y="175555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fr-FR" noProof="0"/>
          </a:p>
        </p:txBody>
      </p:sp>
      <p:sp>
        <p:nvSpPr>
          <p:cNvPr id="30" name="Forme libre : Forme 29">
            <a:extLst>
              <a:ext uri="{FF2B5EF4-FFF2-40B4-BE49-F238E27FC236}">
                <a16:creationId xmlns:a16="http://schemas.microsoft.com/office/drawing/2014/main" id="{5D17048F-C2E1-4775-BC32-50BD6219F89D}"/>
              </a:ext>
            </a:extLst>
          </p:cNvPr>
          <p:cNvSpPr/>
          <p:nvPr userDrawn="1"/>
        </p:nvSpPr>
        <p:spPr>
          <a:xfrm rot="8100000" flipH="1">
            <a:off x="10582265" y="5841410"/>
            <a:ext cx="2372348" cy="1186174"/>
          </a:xfrm>
          <a:custGeom>
            <a:avLst/>
            <a:gdLst>
              <a:gd name="connsiteX0" fmla="*/ 2372348 w 2372348"/>
              <a:gd name="connsiteY0" fmla="*/ 1186174 h 1186174"/>
              <a:gd name="connsiteX1" fmla="*/ 1186174 w 2372348"/>
              <a:gd name="connsiteY1" fmla="*/ 0 h 1186174"/>
              <a:gd name="connsiteX2" fmla="*/ 0 w 2372348"/>
              <a:gd name="connsiteY2" fmla="*/ 1186174 h 11861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372348" h="1186174">
                <a:moveTo>
                  <a:pt x="2372348" y="1186174"/>
                </a:moveTo>
                <a:lnTo>
                  <a:pt x="1186174" y="0"/>
                </a:lnTo>
                <a:lnTo>
                  <a:pt x="0" y="1186174"/>
                </a:lnTo>
                <a:close/>
              </a:path>
            </a:pathLst>
          </a:custGeom>
          <a:pattFill prst="wdUpDiag">
            <a:fgClr>
              <a:schemeClr val="accent1">
                <a:lumMod val="60000"/>
                <a:lumOff val="40000"/>
              </a:schemeClr>
            </a:fgClr>
            <a:bgClr>
              <a:schemeClr val="accent2">
                <a:lumMod val="50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fr-FR" noProof="0"/>
          </a:p>
        </p:txBody>
      </p:sp>
      <p:grpSp>
        <p:nvGrpSpPr>
          <p:cNvPr id="31" name="Groupe 30">
            <a:extLst>
              <a:ext uri="{FF2B5EF4-FFF2-40B4-BE49-F238E27FC236}">
                <a16:creationId xmlns:a16="http://schemas.microsoft.com/office/drawing/2014/main" id="{EAB002AA-4848-49C8-A834-036F860C79A3}"/>
              </a:ext>
            </a:extLst>
          </p:cNvPr>
          <p:cNvGrpSpPr/>
          <p:nvPr userDrawn="1"/>
        </p:nvGrpSpPr>
        <p:grpSpPr>
          <a:xfrm rot="16200000" flipH="1">
            <a:off x="9913705" y="6257994"/>
            <a:ext cx="1052473" cy="1209445"/>
            <a:chOff x="10800165" y="7142066"/>
            <a:chExt cx="2775293" cy="3189215"/>
          </a:xfrm>
        </p:grpSpPr>
        <p:sp>
          <p:nvSpPr>
            <p:cNvPr id="32" name="Forme libre : Forme 31">
              <a:extLst>
                <a:ext uri="{FF2B5EF4-FFF2-40B4-BE49-F238E27FC236}">
                  <a16:creationId xmlns:a16="http://schemas.microsoft.com/office/drawing/2014/main" id="{14B187A8-7F8D-469D-A03B-4F835A5746DE}"/>
                </a:ext>
              </a:extLst>
            </p:cNvPr>
            <p:cNvSpPr/>
            <p:nvPr/>
          </p:nvSpPr>
          <p:spPr>
            <a:xfrm rot="2700000">
              <a:off x="10800166" y="7555988"/>
              <a:ext cx="2775292" cy="2775293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fr-FR" noProof="0"/>
            </a:p>
          </p:txBody>
        </p:sp>
        <p:sp>
          <p:nvSpPr>
            <p:cNvPr id="33" name="Forme libre : Forme 32">
              <a:extLst>
                <a:ext uri="{FF2B5EF4-FFF2-40B4-BE49-F238E27FC236}">
                  <a16:creationId xmlns:a16="http://schemas.microsoft.com/office/drawing/2014/main" id="{03D871D1-A11A-48FB-82A8-8D61AB5CB85C}"/>
                </a:ext>
              </a:extLst>
            </p:cNvPr>
            <p:cNvSpPr/>
            <p:nvPr/>
          </p:nvSpPr>
          <p:spPr>
            <a:xfrm rot="8100000" flipH="1">
              <a:off x="10811837" y="7142066"/>
              <a:ext cx="2751954" cy="2751955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wdDnDiag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fr-FR" noProof="0"/>
            </a:p>
          </p:txBody>
        </p:sp>
      </p:grpSp>
      <p:sp>
        <p:nvSpPr>
          <p:cNvPr id="2" name="Titre 1">
            <a:extLst>
              <a:ext uri="{FF2B5EF4-FFF2-40B4-BE49-F238E27FC236}">
                <a16:creationId xmlns:a16="http://schemas.microsoft.com/office/drawing/2014/main" id="{42374B20-3E42-44AF-BEF1-8AB33067395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2104" y="3886200"/>
            <a:ext cx="7781544" cy="859055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GB" sz="5400" b="1" dirty="0">
                <a:solidFill>
                  <a:schemeClr val="bg1"/>
                </a:solidFill>
                <a:latin typeface="+mj-lt"/>
              </a:defRPr>
            </a:lvl1pPr>
          </a:lstStyle>
          <a:p>
            <a:pPr lvl="0" rtl="0"/>
            <a:r>
              <a:rPr lang="fr-FR" noProof="0"/>
              <a:t>Titre de section 01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5E194264-A3F5-42E2-9A63-DCCED0457E1B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4754880"/>
            <a:ext cx="6803136" cy="36576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600" spc="300">
                <a:solidFill>
                  <a:schemeClr val="accent1">
                    <a:lumMod val="20000"/>
                    <a:lumOff val="80000"/>
                  </a:schemeClr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marL="228600" lvl="0" indent="-228600" rtl="0"/>
            <a:r>
              <a:rPr lang="fr-FR" noProof="0"/>
              <a:t>Modifiez les styles du texte du masque</a:t>
            </a:r>
          </a:p>
        </p:txBody>
      </p:sp>
      <p:sp>
        <p:nvSpPr>
          <p:cNvPr id="35" name="Espace réservé du numéro de diapositive 4">
            <a:extLst>
              <a:ext uri="{FF2B5EF4-FFF2-40B4-BE49-F238E27FC236}">
                <a16:creationId xmlns:a16="http://schemas.microsoft.com/office/drawing/2014/main" id="{6F73F836-940E-4B65-A29C-D0869263C9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 rtlCol="0"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pPr rtl="0"/>
            <a:fld id="{C263D6C4-4840-40CC-AC84-17E24B3B7BDE}" type="slidenum">
              <a:rPr lang="fr-FR" noProof="0" smtClean="0"/>
              <a:pPr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35114788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e de cit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2CDBB6E5-B91E-4946-9390-E8693855103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34" name="Forme libre : Forme 33">
            <a:extLst>
              <a:ext uri="{FF2B5EF4-FFF2-40B4-BE49-F238E27FC236}">
                <a16:creationId xmlns:a16="http://schemas.microsoft.com/office/drawing/2014/main" id="{0C3CC1C9-1FA0-4FE4-8984-4A8B3728D674}"/>
              </a:ext>
            </a:extLst>
          </p:cNvPr>
          <p:cNvSpPr/>
          <p:nvPr userDrawn="1"/>
        </p:nvSpPr>
        <p:spPr>
          <a:xfrm rot="16200000" flipV="1">
            <a:off x="2855762" y="-2473495"/>
            <a:ext cx="6862743" cy="11809733"/>
          </a:xfrm>
          <a:custGeom>
            <a:avLst/>
            <a:gdLst>
              <a:gd name="connsiteX0" fmla="*/ 6862743 w 6862743"/>
              <a:gd name="connsiteY0" fmla="*/ 11809733 h 11809733"/>
              <a:gd name="connsiteX1" fmla="*/ 6862743 w 6862743"/>
              <a:gd name="connsiteY1" fmla="*/ 7708334 h 11809733"/>
              <a:gd name="connsiteX2" fmla="*/ 4147292 w 6862743"/>
              <a:gd name="connsiteY2" fmla="*/ 7708334 h 11809733"/>
              <a:gd name="connsiteX3" fmla="*/ 4147292 w 6862743"/>
              <a:gd name="connsiteY3" fmla="*/ 7708332 h 11809733"/>
              <a:gd name="connsiteX4" fmla="*/ 6862743 w 6862743"/>
              <a:gd name="connsiteY4" fmla="*/ 7708332 h 11809733"/>
              <a:gd name="connsiteX5" fmla="*/ 4147291 w 6862743"/>
              <a:gd name="connsiteY5" fmla="*/ 4987262 h 11809733"/>
              <a:gd name="connsiteX6" fmla="*/ 4147291 w 6862743"/>
              <a:gd name="connsiteY6" fmla="*/ 3835308 h 11809733"/>
              <a:gd name="connsiteX7" fmla="*/ 307017 w 6862743"/>
              <a:gd name="connsiteY7" fmla="*/ 0 h 11809733"/>
              <a:gd name="connsiteX8" fmla="*/ 0 w 6862743"/>
              <a:gd name="connsiteY8" fmla="*/ 0 h 11809733"/>
              <a:gd name="connsiteX9" fmla="*/ 0 w 6862743"/>
              <a:gd name="connsiteY9" fmla="*/ 11809733 h 118097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3" h="11809733">
                <a:moveTo>
                  <a:pt x="6862743" y="11809733"/>
                </a:moveTo>
                <a:lnTo>
                  <a:pt x="6862743" y="7708334"/>
                </a:lnTo>
                <a:lnTo>
                  <a:pt x="4147292" y="7708334"/>
                </a:lnTo>
                <a:lnTo>
                  <a:pt x="4147292" y="7708332"/>
                </a:lnTo>
                <a:lnTo>
                  <a:pt x="6862743" y="7708332"/>
                </a:lnTo>
                <a:lnTo>
                  <a:pt x="4147291" y="4987262"/>
                </a:lnTo>
                <a:lnTo>
                  <a:pt x="4147291" y="3835308"/>
                </a:lnTo>
                <a:lnTo>
                  <a:pt x="307017" y="0"/>
                </a:lnTo>
                <a:lnTo>
                  <a:pt x="0" y="0"/>
                </a:lnTo>
                <a:lnTo>
                  <a:pt x="0" y="11809733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fr-FR" noProof="0"/>
          </a:p>
        </p:txBody>
      </p:sp>
      <p:sp>
        <p:nvSpPr>
          <p:cNvPr id="24" name="Forme libre : Forme 23">
            <a:extLst>
              <a:ext uri="{FF2B5EF4-FFF2-40B4-BE49-F238E27FC236}">
                <a16:creationId xmlns:a16="http://schemas.microsoft.com/office/drawing/2014/main" id="{8E049265-431E-48DE-B7F7-4959930171DC}"/>
              </a:ext>
            </a:extLst>
          </p:cNvPr>
          <p:cNvSpPr/>
          <p:nvPr userDrawn="1"/>
        </p:nvSpPr>
        <p:spPr>
          <a:xfrm rot="16200000" flipV="1">
            <a:off x="2626806" y="-2626805"/>
            <a:ext cx="6862743" cy="12116353"/>
          </a:xfrm>
          <a:custGeom>
            <a:avLst/>
            <a:gdLst>
              <a:gd name="connsiteX0" fmla="*/ 6853871 w 6853871"/>
              <a:gd name="connsiteY0" fmla="*/ 12116353 h 12116353"/>
              <a:gd name="connsiteX1" fmla="*/ 6853871 w 6853871"/>
              <a:gd name="connsiteY1" fmla="*/ 8014954 h 12116353"/>
              <a:gd name="connsiteX2" fmla="*/ 4141930 w 6853871"/>
              <a:gd name="connsiteY2" fmla="*/ 8014954 h 12116353"/>
              <a:gd name="connsiteX3" fmla="*/ 4141930 w 6853871"/>
              <a:gd name="connsiteY3" fmla="*/ 8014952 h 12116353"/>
              <a:gd name="connsiteX4" fmla="*/ 6853871 w 6853871"/>
              <a:gd name="connsiteY4" fmla="*/ 8014952 h 12116353"/>
              <a:gd name="connsiteX5" fmla="*/ 4141930 w 6853871"/>
              <a:gd name="connsiteY5" fmla="*/ 5293882 h 12116353"/>
              <a:gd name="connsiteX6" fmla="*/ 4141930 w 6853871"/>
              <a:gd name="connsiteY6" fmla="*/ 4141928 h 12116353"/>
              <a:gd name="connsiteX7" fmla="*/ 0 w 6853871"/>
              <a:gd name="connsiteY7" fmla="*/ 0 h 12116353"/>
              <a:gd name="connsiteX8" fmla="*/ 0 w 6853871"/>
              <a:gd name="connsiteY8" fmla="*/ 12116353 h 12116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3871" h="12116353">
                <a:moveTo>
                  <a:pt x="6853871" y="12116353"/>
                </a:moveTo>
                <a:lnTo>
                  <a:pt x="6853871" y="8014954"/>
                </a:lnTo>
                <a:lnTo>
                  <a:pt x="4141930" y="8014954"/>
                </a:lnTo>
                <a:lnTo>
                  <a:pt x="4141930" y="8014952"/>
                </a:lnTo>
                <a:lnTo>
                  <a:pt x="6853871" y="8014952"/>
                </a:lnTo>
                <a:lnTo>
                  <a:pt x="4141930" y="5293882"/>
                </a:lnTo>
                <a:lnTo>
                  <a:pt x="4141930" y="4141928"/>
                </a:lnTo>
                <a:lnTo>
                  <a:pt x="0" y="0"/>
                </a:lnTo>
                <a:lnTo>
                  <a:pt x="0" y="12116353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25" name="Forme libre : Forme 24">
            <a:extLst>
              <a:ext uri="{FF2B5EF4-FFF2-40B4-BE49-F238E27FC236}">
                <a16:creationId xmlns:a16="http://schemas.microsoft.com/office/drawing/2014/main" id="{173E5F2D-1F8E-4DCC-857F-932C6C6539BB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4" name="Ovale 3">
            <a:extLst>
              <a:ext uri="{FF2B5EF4-FFF2-40B4-BE49-F238E27FC236}">
                <a16:creationId xmlns:a16="http://schemas.microsoft.com/office/drawing/2014/main" id="{ECB4C115-EFF9-405C-98BE-F4077B9730D0}"/>
              </a:ext>
            </a:extLst>
          </p:cNvPr>
          <p:cNvSpPr/>
          <p:nvPr userDrawn="1"/>
        </p:nvSpPr>
        <p:spPr>
          <a:xfrm>
            <a:off x="533399" y="914400"/>
            <a:ext cx="1944914" cy="1944914"/>
          </a:xfrm>
          <a:prstGeom prst="ellipse">
            <a:avLst/>
          </a:prstGeom>
          <a:solidFill>
            <a:schemeClr val="accent1">
              <a:lumMod val="50000"/>
            </a:schemeClr>
          </a:solidFill>
          <a:ln w="76200">
            <a:solidFill>
              <a:schemeClr val="accent1">
                <a:alpha val="5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18" name="Titre 1">
            <a:extLst>
              <a:ext uri="{FF2B5EF4-FFF2-40B4-BE49-F238E27FC236}">
                <a16:creationId xmlns:a16="http://schemas.microsoft.com/office/drawing/2014/main" id="{C9A300DD-BB54-44ED-A7E4-01CD41EC930F}"/>
              </a:ext>
            </a:extLst>
          </p:cNvPr>
          <p:cNvSpPr txBox="1">
            <a:spLocks/>
          </p:cNvSpPr>
          <p:nvPr userDrawn="1"/>
        </p:nvSpPr>
        <p:spPr>
          <a:xfrm>
            <a:off x="956993" y="923305"/>
            <a:ext cx="1005115" cy="2859313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GB" sz="3600" b="0" i="0" kern="1200" dirty="0">
                <a:solidFill>
                  <a:schemeClr val="bg1"/>
                </a:solidFill>
                <a:latin typeface="Trebuchet MS" panose="020B0603020202020204" pitchFamily="34" charset="0"/>
                <a:ea typeface="+mj-ea"/>
                <a:cs typeface="+mj-cs"/>
              </a:defRPr>
            </a:lvl1pPr>
          </a:lstStyle>
          <a:p>
            <a:pPr algn="ctr" rtl="0"/>
            <a:r>
              <a:rPr lang="fr-FR" sz="18400" noProof="0">
                <a:solidFill>
                  <a:schemeClr val="accent1">
                    <a:lumMod val="60000"/>
                    <a:lumOff val="40000"/>
                  </a:schemeClr>
                </a:solidFill>
                <a:latin typeface="+mj-lt"/>
              </a:rPr>
              <a:t>“</a:t>
            </a: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42374B20-3E42-44AF-BEF1-8AB33067395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3399" y="3200400"/>
            <a:ext cx="7551057" cy="2859313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lnSpc>
                <a:spcPct val="100000"/>
              </a:lnSpc>
              <a:defRPr lang="en-GB" sz="3200" b="0" i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 rtl="0"/>
            <a:r>
              <a:rPr lang="fr-FR" noProof="0"/>
              <a:t>Guillemet</a:t>
            </a:r>
          </a:p>
        </p:txBody>
      </p:sp>
      <p:sp>
        <p:nvSpPr>
          <p:cNvPr id="19" name="Espace réservé du numéro de diapositive 4">
            <a:extLst>
              <a:ext uri="{FF2B5EF4-FFF2-40B4-BE49-F238E27FC236}">
                <a16:creationId xmlns:a16="http://schemas.microsoft.com/office/drawing/2014/main" id="{A4E6C1FF-5925-42B3-B7F9-0A0031BDAD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 rtlCol="0"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pPr rtl="0"/>
            <a:fld id="{C263D6C4-4840-40CC-AC84-17E24B3B7BDE}" type="slidenum">
              <a:rPr lang="fr-FR" noProof="0" smtClean="0"/>
              <a:pPr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17531698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one+Titr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 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10" name="Forme libre : Form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fr-FR" noProof="0"/>
          </a:p>
        </p:txBody>
      </p:sp>
      <p:sp>
        <p:nvSpPr>
          <p:cNvPr id="8" name="Forme libre : Forme 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 rtl="0"/>
            <a:r>
              <a:rPr lang="fr-FR" noProof="0"/>
              <a:t>Modifiez le style du titre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 rtlCol="0"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pPr rtl="0"/>
            <a:fld id="{C263D6C4-4840-40CC-AC84-17E24B3B7BDE}" type="slidenum">
              <a:rPr lang="fr-FR" noProof="0" smtClean="0"/>
              <a:pPr/>
              <a:t>‹N°›</a:t>
            </a:fld>
            <a:endParaRPr lang="fr-FR" noProof="0"/>
          </a:p>
        </p:txBody>
      </p:sp>
      <p:grpSp>
        <p:nvGrpSpPr>
          <p:cNvPr id="15" name="Groupe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orme libre : Form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fr-FR" noProof="0"/>
            </a:p>
          </p:txBody>
        </p:sp>
        <p:sp>
          <p:nvSpPr>
            <p:cNvPr id="17" name="Forme libre : Forme 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fr-FR" noProof="0"/>
            </a:p>
          </p:txBody>
        </p:sp>
      </p:grpSp>
      <p:sp>
        <p:nvSpPr>
          <p:cNvPr id="23" name="Espace réservé du texte 22">
            <a:extLst>
              <a:ext uri="{FF2B5EF4-FFF2-40B4-BE49-F238E27FC236}">
                <a16:creationId xmlns:a16="http://schemas.microsoft.com/office/drawing/2014/main" id="{03618670-D1E4-466C-BDB5-FC890AC3145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44500" y="1625385"/>
            <a:ext cx="6718300" cy="4093243"/>
          </a:xfrm>
        </p:spPr>
        <p:txBody>
          <a:bodyPr rtlCol="0">
            <a:noAutofit/>
          </a:bodyPr>
          <a:lstStyle>
            <a:lvl1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2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</p:txBody>
      </p:sp>
    </p:spTree>
    <p:extLst>
      <p:ext uri="{BB962C8B-B14F-4D97-AF65-F5344CB8AC3E}">
        <p14:creationId xmlns:p14="http://schemas.microsoft.com/office/powerpoint/2010/main" val="2745748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uniquemen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 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10" name="Forme libre : Form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fr-FR" noProof="0"/>
          </a:p>
        </p:txBody>
      </p:sp>
      <p:sp>
        <p:nvSpPr>
          <p:cNvPr id="18" name="Forme libre : Form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fr-FR" noProof="0"/>
          </a:p>
        </p:txBody>
      </p:sp>
      <p:sp>
        <p:nvSpPr>
          <p:cNvPr id="12" name="Forme libre : Form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8" name="Forme libre : Form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 rtl="0"/>
            <a:r>
              <a:rPr lang="fr-FR" noProof="0"/>
              <a:t>Modifiez le style du titre</a:t>
            </a:r>
          </a:p>
        </p:txBody>
      </p:sp>
      <p:grpSp>
        <p:nvGrpSpPr>
          <p:cNvPr id="15" name="Groupe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orme libre : Form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fr-FR" noProof="0"/>
            </a:p>
          </p:txBody>
        </p:sp>
        <p:sp>
          <p:nvSpPr>
            <p:cNvPr id="17" name="Forme libre : Forme 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fr-FR" noProof="0"/>
            </a:p>
          </p:txBody>
        </p:sp>
      </p:grpSp>
      <p:grpSp>
        <p:nvGrpSpPr>
          <p:cNvPr id="6" name="Groupe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 : Coin rogné 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fr-FR" noProof="0"/>
            </a:p>
          </p:txBody>
        </p:sp>
        <p:sp>
          <p:nvSpPr>
            <p:cNvPr id="3" name="Rectangle : Coin rogné 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fr-FR" noProof="0"/>
            </a:p>
          </p:txBody>
        </p:sp>
      </p:grpSp>
      <p:sp>
        <p:nvSpPr>
          <p:cNvPr id="24" name="Forme libre : Form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 rtlCol="0"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pPr rtl="0"/>
            <a:fld id="{C263D6C4-4840-40CC-AC84-17E24B3B7BDE}" type="slidenum">
              <a:rPr lang="fr-FR" noProof="0" smtClean="0"/>
              <a:pPr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40737049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et contenu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 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10" name="Forme libre : Form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fr-FR" noProof="0"/>
          </a:p>
        </p:txBody>
      </p:sp>
      <p:sp>
        <p:nvSpPr>
          <p:cNvPr id="18" name="Forme libre : Form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fr-FR" noProof="0"/>
          </a:p>
        </p:txBody>
      </p:sp>
      <p:sp>
        <p:nvSpPr>
          <p:cNvPr id="12" name="Forme libre : Form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8" name="Forme libre : Form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 rtl="0"/>
            <a:r>
              <a:rPr lang="fr-FR" noProof="0"/>
              <a:t>Modifiez le style du titre</a:t>
            </a:r>
          </a:p>
        </p:txBody>
      </p:sp>
      <p:grpSp>
        <p:nvGrpSpPr>
          <p:cNvPr id="15" name="Groupe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orme libre : Form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fr-FR" noProof="0"/>
            </a:p>
          </p:txBody>
        </p:sp>
        <p:sp>
          <p:nvSpPr>
            <p:cNvPr id="17" name="Forme libre : Forme 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fr-FR" noProof="0"/>
            </a:p>
          </p:txBody>
        </p:sp>
      </p:grpSp>
      <p:grpSp>
        <p:nvGrpSpPr>
          <p:cNvPr id="6" name="Groupe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 : Coin rogné 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fr-FR" noProof="0"/>
            </a:p>
          </p:txBody>
        </p:sp>
        <p:sp>
          <p:nvSpPr>
            <p:cNvPr id="3" name="Rectangle : Coin rogné 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fr-FR" noProof="0"/>
            </a:p>
          </p:txBody>
        </p:sp>
      </p:grpSp>
      <p:sp>
        <p:nvSpPr>
          <p:cNvPr id="24" name="Forme libre : Form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 rtlCol="0"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pPr rtl="0"/>
            <a:fld id="{C263D6C4-4840-40CC-AC84-17E24B3B7BDE}" type="slidenum">
              <a:rPr lang="fr-FR" noProof="0" smtClean="0"/>
              <a:pPr/>
              <a:t>‹N°›</a:t>
            </a:fld>
            <a:endParaRPr lang="fr-FR" noProof="0"/>
          </a:p>
        </p:txBody>
      </p:sp>
      <p:sp>
        <p:nvSpPr>
          <p:cNvPr id="20" name="Espace réservé du contenu 2">
            <a:extLst>
              <a:ext uri="{FF2B5EF4-FFF2-40B4-BE49-F238E27FC236}">
                <a16:creationId xmlns:a16="http://schemas.microsoft.com/office/drawing/2014/main" id="{0103A49C-32FF-49E6-86F3-FC2E19517BD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43365" y="1825625"/>
            <a:ext cx="11215235" cy="4351338"/>
          </a:xfrm>
        </p:spPr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26367082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ais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 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10" name="Forme libre : Form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fr-FR" noProof="0"/>
          </a:p>
        </p:txBody>
      </p:sp>
      <p:sp>
        <p:nvSpPr>
          <p:cNvPr id="18" name="Forme libre : Form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fr-FR" noProof="0"/>
          </a:p>
        </p:txBody>
      </p:sp>
      <p:sp>
        <p:nvSpPr>
          <p:cNvPr id="12" name="Forme libre : Form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8" name="Forme libre : Form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 rtl="0"/>
            <a:r>
              <a:rPr lang="fr-FR" noProof="0"/>
              <a:t>Modifiez le style du titre</a:t>
            </a:r>
          </a:p>
        </p:txBody>
      </p:sp>
      <p:grpSp>
        <p:nvGrpSpPr>
          <p:cNvPr id="15" name="Groupe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orme libre : Form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fr-FR" noProof="0"/>
            </a:p>
          </p:txBody>
        </p:sp>
        <p:sp>
          <p:nvSpPr>
            <p:cNvPr id="17" name="Forme libre : Forme 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fr-FR" noProof="0"/>
            </a:p>
          </p:txBody>
        </p:sp>
      </p:grpSp>
      <p:grpSp>
        <p:nvGrpSpPr>
          <p:cNvPr id="6" name="Groupe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 : Coin rogné 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fr-FR" noProof="0"/>
            </a:p>
          </p:txBody>
        </p:sp>
        <p:sp>
          <p:nvSpPr>
            <p:cNvPr id="3" name="Rectangle : Coin rogné 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fr-FR" noProof="0"/>
            </a:p>
          </p:txBody>
        </p:sp>
      </p:grpSp>
      <p:sp>
        <p:nvSpPr>
          <p:cNvPr id="24" name="Forme libre : Form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 rtlCol="0"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pPr rtl="0"/>
            <a:fld id="{C263D6C4-4840-40CC-AC84-17E24B3B7BDE}" type="slidenum">
              <a:rPr lang="fr-FR" noProof="0" smtClean="0"/>
              <a:pPr/>
              <a:t>‹N°›</a:t>
            </a:fld>
            <a:endParaRPr lang="fr-FR" noProof="0"/>
          </a:p>
        </p:txBody>
      </p:sp>
      <p:sp>
        <p:nvSpPr>
          <p:cNvPr id="25" name="Espace réservé du texte 2">
            <a:extLst>
              <a:ext uri="{FF2B5EF4-FFF2-40B4-BE49-F238E27FC236}">
                <a16:creationId xmlns:a16="http://schemas.microsoft.com/office/drawing/2014/main" id="{7FA80A70-18DE-4DB9-9982-BA75BE54CF93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44500" y="1681163"/>
            <a:ext cx="5157787" cy="823912"/>
          </a:xfrm>
        </p:spPr>
        <p:txBody>
          <a:bodyPr rtlCol="0" anchor="t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20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fr-FR" noProof="0"/>
              <a:t>Modifiez les styles du texte du masque</a:t>
            </a:r>
          </a:p>
        </p:txBody>
      </p:sp>
      <p:sp>
        <p:nvSpPr>
          <p:cNvPr id="26" name="Espace réservé du texte 4">
            <a:extLst>
              <a:ext uri="{FF2B5EF4-FFF2-40B4-BE49-F238E27FC236}">
                <a16:creationId xmlns:a16="http://schemas.microsoft.com/office/drawing/2014/main" id="{2801C0EF-C078-44B0-AD01-4850E9A65EE0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6500812" y="1681163"/>
            <a:ext cx="5157788" cy="823912"/>
          </a:xfrm>
        </p:spPr>
        <p:txBody>
          <a:bodyPr rtlCol="0" anchor="t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20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fr-FR" noProof="0"/>
              <a:t>Modifiez les styles du texte du masque</a:t>
            </a:r>
          </a:p>
        </p:txBody>
      </p:sp>
      <p:sp>
        <p:nvSpPr>
          <p:cNvPr id="27" name="Espace réservé du contenu 3">
            <a:extLst>
              <a:ext uri="{FF2B5EF4-FFF2-40B4-BE49-F238E27FC236}">
                <a16:creationId xmlns:a16="http://schemas.microsoft.com/office/drawing/2014/main" id="{7C9DED91-45F6-4308-A085-1EFACA6468CF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444500" y="2505075"/>
            <a:ext cx="5157787" cy="3684588"/>
          </a:xfrm>
        </p:spPr>
        <p:txBody>
          <a:bodyPr rtlCol="0"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28" name="Espace réservé du contenu 5">
            <a:extLst>
              <a:ext uri="{FF2B5EF4-FFF2-40B4-BE49-F238E27FC236}">
                <a16:creationId xmlns:a16="http://schemas.microsoft.com/office/drawing/2014/main" id="{0574B5E7-B666-439B-9278-67BE1EA6EBC5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6475412" y="2505075"/>
            <a:ext cx="5183188" cy="3684588"/>
          </a:xfrm>
        </p:spPr>
        <p:txBody>
          <a:bodyPr rtlCol="0"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32191671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ux contenus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 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10" name="Forme libre : Form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fr-FR" noProof="0"/>
          </a:p>
        </p:txBody>
      </p:sp>
      <p:sp>
        <p:nvSpPr>
          <p:cNvPr id="18" name="Forme libre : Form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fr-FR" noProof="0"/>
          </a:p>
        </p:txBody>
      </p:sp>
      <p:sp>
        <p:nvSpPr>
          <p:cNvPr id="12" name="Forme libre : Form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8" name="Forme libre : Form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 rtl="0"/>
            <a:r>
              <a:rPr lang="fr-FR" noProof="0"/>
              <a:t>Modifiez le style du titre</a:t>
            </a:r>
          </a:p>
        </p:txBody>
      </p:sp>
      <p:grpSp>
        <p:nvGrpSpPr>
          <p:cNvPr id="15" name="Groupe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orme libre : Form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fr-FR" noProof="0"/>
            </a:p>
          </p:txBody>
        </p:sp>
        <p:sp>
          <p:nvSpPr>
            <p:cNvPr id="17" name="Forme libre : Forme 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fr-FR" noProof="0"/>
            </a:p>
          </p:txBody>
        </p:sp>
      </p:grpSp>
      <p:grpSp>
        <p:nvGrpSpPr>
          <p:cNvPr id="6" name="Groupe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 : Coin rogné 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fr-FR" noProof="0"/>
            </a:p>
          </p:txBody>
        </p:sp>
        <p:sp>
          <p:nvSpPr>
            <p:cNvPr id="3" name="Rectangle : Coin rogné 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fr-FR" noProof="0"/>
            </a:p>
          </p:txBody>
        </p:sp>
      </p:grpSp>
      <p:sp>
        <p:nvSpPr>
          <p:cNvPr id="24" name="Forme libre : Form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 rtlCol="0"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pPr rtl="0"/>
            <a:fld id="{C263D6C4-4840-40CC-AC84-17E24B3B7BDE}" type="slidenum">
              <a:rPr lang="fr-FR" noProof="0" smtClean="0"/>
              <a:pPr/>
              <a:t>‹N°›</a:t>
            </a:fld>
            <a:endParaRPr lang="fr-FR" noProof="0"/>
          </a:p>
        </p:txBody>
      </p:sp>
      <p:sp>
        <p:nvSpPr>
          <p:cNvPr id="20" name="Espace réservé du contenu 2">
            <a:extLst>
              <a:ext uri="{FF2B5EF4-FFF2-40B4-BE49-F238E27FC236}">
                <a16:creationId xmlns:a16="http://schemas.microsoft.com/office/drawing/2014/main" id="{FE796BFF-6E5F-4DE7-B193-F501FC094D63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43365" y="1517715"/>
            <a:ext cx="5184437" cy="4659248"/>
          </a:xfrm>
        </p:spPr>
        <p:txBody>
          <a:bodyPr rtlCol="0">
            <a:normAutofit/>
          </a:bodyPr>
          <a:lstStyle>
            <a:lvl1pPr marL="457200" indent="-457200"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</a:defRPr>
            </a:lvl1pPr>
            <a:lvl2pPr marL="800100" indent="-342900"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</a:defRPr>
            </a:lvl2pPr>
            <a:lvl3pPr marL="1257300" indent="-342900"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3pPr>
            <a:lvl4pPr marL="1657350" indent="-285750"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4pPr>
            <a:lvl5pPr marL="2114550" indent="-285750"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21" name="Espace réservé du contenu 3">
            <a:extLst>
              <a:ext uri="{FF2B5EF4-FFF2-40B4-BE49-F238E27FC236}">
                <a16:creationId xmlns:a16="http://schemas.microsoft.com/office/drawing/2014/main" id="{78622754-CA4D-4C27-A37F-B26E7B4C9CA2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474163" y="1517715"/>
            <a:ext cx="5184437" cy="4659248"/>
          </a:xfrm>
        </p:spPr>
        <p:txBody>
          <a:bodyPr rtlCol="0">
            <a:normAutofit/>
          </a:bodyPr>
          <a:lstStyle>
            <a:lvl1pPr>
              <a:defRPr sz="2000">
                <a:solidFill>
                  <a:schemeClr val="bg1"/>
                </a:solidFill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6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9995978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tégorie 5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 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10" name="Forme libre : Form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fr-FR" noProof="0"/>
          </a:p>
        </p:txBody>
      </p:sp>
      <p:sp>
        <p:nvSpPr>
          <p:cNvPr id="18" name="Forme libre : Form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fr-FR" noProof="0"/>
          </a:p>
        </p:txBody>
      </p:sp>
      <p:sp>
        <p:nvSpPr>
          <p:cNvPr id="12" name="Forme libre : Form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8" name="Forme libre : Form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 rtl="0"/>
            <a:r>
              <a:rPr lang="fr-FR" noProof="0"/>
              <a:t>Modifiez le style du titre</a:t>
            </a:r>
          </a:p>
        </p:txBody>
      </p:sp>
      <p:grpSp>
        <p:nvGrpSpPr>
          <p:cNvPr id="15" name="Groupe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orme libre : Form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fr-FR" noProof="0"/>
            </a:p>
          </p:txBody>
        </p:sp>
        <p:sp>
          <p:nvSpPr>
            <p:cNvPr id="17" name="Forme libre : Forme 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fr-FR" noProof="0"/>
            </a:p>
          </p:txBody>
        </p:sp>
      </p:grpSp>
      <p:grpSp>
        <p:nvGrpSpPr>
          <p:cNvPr id="6" name="Groupe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 : Coin rogné 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fr-FR" noProof="0"/>
            </a:p>
          </p:txBody>
        </p:sp>
        <p:sp>
          <p:nvSpPr>
            <p:cNvPr id="3" name="Rectangle : Coin rogné 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fr-FR" noProof="0"/>
            </a:p>
          </p:txBody>
        </p:sp>
      </p:grpSp>
      <p:sp>
        <p:nvSpPr>
          <p:cNvPr id="20" name="Espace réservé d’image 8">
            <a:extLst>
              <a:ext uri="{FF2B5EF4-FFF2-40B4-BE49-F238E27FC236}">
                <a16:creationId xmlns:a16="http://schemas.microsoft.com/office/drawing/2014/main" id="{6D00E6B4-1CBE-404E-B943-5F1832320C1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78212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 rtlCol="0"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rtl="0"/>
            <a:r>
              <a:rPr lang="fr-FR" noProof="0"/>
              <a:t>Cliquez sur l'icône pour ajouter une image</a:t>
            </a:r>
          </a:p>
        </p:txBody>
      </p:sp>
      <p:sp>
        <p:nvSpPr>
          <p:cNvPr id="21" name="Espace réservé d’image 8">
            <a:extLst>
              <a:ext uri="{FF2B5EF4-FFF2-40B4-BE49-F238E27FC236}">
                <a16:creationId xmlns:a16="http://schemas.microsoft.com/office/drawing/2014/main" id="{7CD59BFD-62BE-4E33-92A5-B84A2A9A8D3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222230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 rtlCol="0"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rtl="0"/>
            <a:r>
              <a:rPr lang="fr-FR" noProof="0"/>
              <a:t>Cliquez sur l'icône pour ajouter une image</a:t>
            </a:r>
          </a:p>
        </p:txBody>
      </p:sp>
      <p:sp>
        <p:nvSpPr>
          <p:cNvPr id="22" name="Espace réservé d’image 8">
            <a:extLst>
              <a:ext uri="{FF2B5EF4-FFF2-40B4-BE49-F238E27FC236}">
                <a16:creationId xmlns:a16="http://schemas.microsoft.com/office/drawing/2014/main" id="{60DC5978-55B8-421D-91B4-29F8210A7B2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466248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 rtlCol="0"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rtl="0"/>
            <a:r>
              <a:rPr lang="fr-FR" noProof="0"/>
              <a:t>Cliquez sur l'icône pour ajouter une image</a:t>
            </a:r>
          </a:p>
        </p:txBody>
      </p:sp>
      <p:sp>
        <p:nvSpPr>
          <p:cNvPr id="23" name="Espace réservé d’image 8">
            <a:extLst>
              <a:ext uri="{FF2B5EF4-FFF2-40B4-BE49-F238E27FC236}">
                <a16:creationId xmlns:a16="http://schemas.microsoft.com/office/drawing/2014/main" id="{BE3FB8C3-2C7E-4C59-8BD5-53FA2772DB56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710266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 rtlCol="0"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rtl="0"/>
            <a:r>
              <a:rPr lang="fr-FR" noProof="0"/>
              <a:t>Cliquez sur l'icône pour ajouter une image</a:t>
            </a:r>
          </a:p>
        </p:txBody>
      </p:sp>
      <p:sp>
        <p:nvSpPr>
          <p:cNvPr id="24" name="Espace réservé d’image 8">
            <a:extLst>
              <a:ext uri="{FF2B5EF4-FFF2-40B4-BE49-F238E27FC236}">
                <a16:creationId xmlns:a16="http://schemas.microsoft.com/office/drawing/2014/main" id="{FD8FA9DA-C36B-4889-B88F-28B5829E53E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954283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 rtlCol="0"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rtl="0"/>
            <a:r>
              <a:rPr lang="fr-FR" noProof="0"/>
              <a:t>Cliquez sur l'icône pour ajouter une image</a:t>
            </a:r>
          </a:p>
        </p:txBody>
      </p:sp>
      <p:sp>
        <p:nvSpPr>
          <p:cNvPr id="26" name="Espace réservé du texte 22">
            <a:extLst>
              <a:ext uri="{FF2B5EF4-FFF2-40B4-BE49-F238E27FC236}">
                <a16:creationId xmlns:a16="http://schemas.microsoft.com/office/drawing/2014/main" id="{2A19101D-7C37-42BF-8167-5391EA65EC3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19894" y="4240093"/>
            <a:ext cx="1776140" cy="1463040"/>
          </a:xfrm>
        </p:spPr>
        <p:txBody>
          <a:bodyPr lIns="0" tIns="0" rIns="0" bIns="0" rtlCol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0"/>
            <a:r>
              <a:rPr lang="fr-FR" noProof="0"/>
              <a:t>Modifiez les styles du texte du masque</a:t>
            </a:r>
          </a:p>
        </p:txBody>
      </p:sp>
      <p:sp>
        <p:nvSpPr>
          <p:cNvPr id="27" name="Espace réservé du texte 22">
            <a:extLst>
              <a:ext uri="{FF2B5EF4-FFF2-40B4-BE49-F238E27FC236}">
                <a16:creationId xmlns:a16="http://schemas.microsoft.com/office/drawing/2014/main" id="{05F72315-51A9-431C-B80A-45E4FB1D6BD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963912" y="4240093"/>
            <a:ext cx="1776140" cy="1463040"/>
          </a:xfrm>
        </p:spPr>
        <p:txBody>
          <a:bodyPr lIns="0" tIns="0" rIns="0" bIns="0" rtlCol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0"/>
            <a:r>
              <a:rPr lang="fr-FR" noProof="0"/>
              <a:t>Modifiez les styles du texte du masque</a:t>
            </a:r>
          </a:p>
        </p:txBody>
      </p:sp>
      <p:sp>
        <p:nvSpPr>
          <p:cNvPr id="28" name="Espace réservé du texte 22">
            <a:extLst>
              <a:ext uri="{FF2B5EF4-FFF2-40B4-BE49-F238E27FC236}">
                <a16:creationId xmlns:a16="http://schemas.microsoft.com/office/drawing/2014/main" id="{883D1F0C-34F1-46E1-B178-E4AB82B1463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207930" y="4240093"/>
            <a:ext cx="1776140" cy="1463040"/>
          </a:xfrm>
        </p:spPr>
        <p:txBody>
          <a:bodyPr lIns="0" tIns="0" rIns="0" bIns="0" rtlCol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0"/>
            <a:r>
              <a:rPr lang="fr-FR" noProof="0"/>
              <a:t>Modifiez les styles du texte du masque</a:t>
            </a:r>
          </a:p>
        </p:txBody>
      </p:sp>
      <p:sp>
        <p:nvSpPr>
          <p:cNvPr id="29" name="Espace réservé du texte 22">
            <a:extLst>
              <a:ext uri="{FF2B5EF4-FFF2-40B4-BE49-F238E27FC236}">
                <a16:creationId xmlns:a16="http://schemas.microsoft.com/office/drawing/2014/main" id="{7202A849-DF14-40E7-B38D-1185F72603E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451948" y="4240093"/>
            <a:ext cx="1776140" cy="1463040"/>
          </a:xfrm>
        </p:spPr>
        <p:txBody>
          <a:bodyPr lIns="0" tIns="0" rIns="0" bIns="0" rtlCol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0"/>
            <a:r>
              <a:rPr lang="fr-FR" noProof="0"/>
              <a:t>Modifiez les styles du texte du masque</a:t>
            </a:r>
          </a:p>
        </p:txBody>
      </p:sp>
      <p:sp>
        <p:nvSpPr>
          <p:cNvPr id="30" name="Espace réservé du texte 22">
            <a:extLst>
              <a:ext uri="{FF2B5EF4-FFF2-40B4-BE49-F238E27FC236}">
                <a16:creationId xmlns:a16="http://schemas.microsoft.com/office/drawing/2014/main" id="{CCFC1ADF-AC11-4CCD-AC2D-478B6FFEA5E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695965" y="4240093"/>
            <a:ext cx="1776140" cy="1463040"/>
          </a:xfrm>
        </p:spPr>
        <p:txBody>
          <a:bodyPr lIns="0" tIns="0" rIns="0" bIns="0" rtlCol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0"/>
            <a:r>
              <a:rPr lang="fr-FR" noProof="0"/>
              <a:t>Modifiez les styles du texte du masque</a:t>
            </a:r>
          </a:p>
        </p:txBody>
      </p:sp>
      <p:cxnSp>
        <p:nvCxnSpPr>
          <p:cNvPr id="7" name="Connecteur droit 6">
            <a:extLst>
              <a:ext uri="{FF2B5EF4-FFF2-40B4-BE49-F238E27FC236}">
                <a16:creationId xmlns:a16="http://schemas.microsoft.com/office/drawing/2014/main" id="{2B4CB326-DA0E-488E-B236-7017E8438FBB}"/>
              </a:ext>
            </a:extLst>
          </p:cNvPr>
          <p:cNvCxnSpPr/>
          <p:nvPr userDrawn="1"/>
        </p:nvCxnSpPr>
        <p:spPr>
          <a:xfrm>
            <a:off x="1242354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necteur droit 30">
            <a:extLst>
              <a:ext uri="{FF2B5EF4-FFF2-40B4-BE49-F238E27FC236}">
                <a16:creationId xmlns:a16="http://schemas.microsoft.com/office/drawing/2014/main" id="{9366B533-7212-4A36-9CE2-D6302E721F8F}"/>
              </a:ext>
            </a:extLst>
          </p:cNvPr>
          <p:cNvCxnSpPr/>
          <p:nvPr userDrawn="1"/>
        </p:nvCxnSpPr>
        <p:spPr>
          <a:xfrm>
            <a:off x="3486372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necteur droit 31">
            <a:extLst>
              <a:ext uri="{FF2B5EF4-FFF2-40B4-BE49-F238E27FC236}">
                <a16:creationId xmlns:a16="http://schemas.microsoft.com/office/drawing/2014/main" id="{AD7474CD-E230-4E14-8274-5E20F673F401}"/>
              </a:ext>
            </a:extLst>
          </p:cNvPr>
          <p:cNvCxnSpPr/>
          <p:nvPr userDrawn="1"/>
        </p:nvCxnSpPr>
        <p:spPr>
          <a:xfrm>
            <a:off x="5730390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onnecteur droit 32">
            <a:extLst>
              <a:ext uri="{FF2B5EF4-FFF2-40B4-BE49-F238E27FC236}">
                <a16:creationId xmlns:a16="http://schemas.microsoft.com/office/drawing/2014/main" id="{6BF71FCE-6F39-4D2F-82BE-7D9F1D2ED59F}"/>
              </a:ext>
            </a:extLst>
          </p:cNvPr>
          <p:cNvCxnSpPr/>
          <p:nvPr userDrawn="1"/>
        </p:nvCxnSpPr>
        <p:spPr>
          <a:xfrm>
            <a:off x="7974408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necteur droit 33">
            <a:extLst>
              <a:ext uri="{FF2B5EF4-FFF2-40B4-BE49-F238E27FC236}">
                <a16:creationId xmlns:a16="http://schemas.microsoft.com/office/drawing/2014/main" id="{AE97AC7A-17D9-4F42-9DD0-94FE4FC6BF19}"/>
              </a:ext>
            </a:extLst>
          </p:cNvPr>
          <p:cNvCxnSpPr/>
          <p:nvPr userDrawn="1"/>
        </p:nvCxnSpPr>
        <p:spPr>
          <a:xfrm>
            <a:off x="10218425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Forme libre : Forme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 rtlCol="0"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pPr rtl="0"/>
            <a:fld id="{C263D6C4-4840-40CC-AC84-17E24B3B7BDE}" type="slidenum">
              <a:rPr lang="fr-FR" noProof="0" smtClean="0"/>
              <a:pPr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4762663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+ Section 3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 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10" name="Forme libre : Form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fr-FR" noProof="0"/>
          </a:p>
        </p:txBody>
      </p:sp>
      <p:sp>
        <p:nvSpPr>
          <p:cNvPr id="18" name="Forme libre : Form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fr-FR" noProof="0"/>
          </a:p>
        </p:txBody>
      </p:sp>
      <p:sp>
        <p:nvSpPr>
          <p:cNvPr id="12" name="Forme libre : Form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8" name="Forme libre : Form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 rtl="0"/>
            <a:r>
              <a:rPr lang="fr-FR" noProof="0"/>
              <a:t>Modifiez le style du titre</a:t>
            </a:r>
          </a:p>
        </p:txBody>
      </p:sp>
      <p:grpSp>
        <p:nvGrpSpPr>
          <p:cNvPr id="15" name="Groupe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orme libre : Form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fr-FR" noProof="0"/>
            </a:p>
          </p:txBody>
        </p:sp>
        <p:sp>
          <p:nvSpPr>
            <p:cNvPr id="17" name="Forme libre : Forme 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fr-FR" noProof="0"/>
            </a:p>
          </p:txBody>
        </p:sp>
      </p:grpSp>
      <p:grpSp>
        <p:nvGrpSpPr>
          <p:cNvPr id="6" name="Groupe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 : Coin rogné 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fr-FR" noProof="0"/>
            </a:p>
          </p:txBody>
        </p:sp>
        <p:sp>
          <p:nvSpPr>
            <p:cNvPr id="3" name="Rectangle : Coin rogné 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fr-FR" noProof="0"/>
            </a:p>
          </p:txBody>
        </p:sp>
      </p:grpSp>
      <p:sp>
        <p:nvSpPr>
          <p:cNvPr id="26" name="Espace réservé du texte 22">
            <a:extLst>
              <a:ext uri="{FF2B5EF4-FFF2-40B4-BE49-F238E27FC236}">
                <a16:creationId xmlns:a16="http://schemas.microsoft.com/office/drawing/2014/main" id="{2A19101D-7C37-42BF-8167-5391EA65EC3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42094" y="4240093"/>
            <a:ext cx="3293306" cy="1463040"/>
          </a:xfrm>
        </p:spPr>
        <p:txBody>
          <a:bodyPr lIns="0" tIns="0" rIns="0" bIns="0" rtlCol="0">
            <a:noAutofit/>
          </a:bodyPr>
          <a:lstStyle>
            <a:lvl1pPr marL="0" indent="0" algn="l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0"/>
            <a:r>
              <a:rPr lang="fr-FR" noProof="0"/>
              <a:t>Modifiez les styles du texte du masque</a:t>
            </a:r>
          </a:p>
        </p:txBody>
      </p:sp>
      <p:sp>
        <p:nvSpPr>
          <p:cNvPr id="35" name="Forme libre : Forme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 rtlCol="0"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pPr rtl="0"/>
            <a:fld id="{C263D6C4-4840-40CC-AC84-17E24B3B7BDE}" type="slidenum">
              <a:rPr lang="fr-FR" noProof="0" smtClean="0"/>
              <a:pPr/>
              <a:t>‹N°›</a:t>
            </a:fld>
            <a:endParaRPr lang="fr-FR" noProof="0"/>
          </a:p>
        </p:txBody>
      </p:sp>
      <p:sp>
        <p:nvSpPr>
          <p:cNvPr id="13" name="Espace réservé d’image 12">
            <a:extLst>
              <a:ext uri="{FF2B5EF4-FFF2-40B4-BE49-F238E27FC236}">
                <a16:creationId xmlns:a16="http://schemas.microsoft.com/office/drawing/2014/main" id="{231B97CF-FD24-4932-8459-893B1AC73D33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-2" y="1352575"/>
            <a:ext cx="12192002" cy="2289897"/>
          </a:xfrm>
        </p:spPr>
        <p:txBody>
          <a:bodyPr rtlCol="0" anchor="ctr">
            <a:normAutofit/>
          </a:bodyPr>
          <a:lstStyle>
            <a:lvl1pPr marL="0" indent="0" algn="ctr">
              <a:buNone/>
              <a:defRPr sz="1400">
                <a:solidFill>
                  <a:schemeClr val="accent2"/>
                </a:solidFill>
                <a:latin typeface="Trade Gothic LT Pro" panose="020B0503040303020004" pitchFamily="34" charset="0"/>
              </a:defRPr>
            </a:lvl1pPr>
          </a:lstStyle>
          <a:p>
            <a:pPr rtl="0"/>
            <a:r>
              <a:rPr lang="fr-FR" noProof="0"/>
              <a:t>Insérer une image</a:t>
            </a:r>
          </a:p>
        </p:txBody>
      </p:sp>
      <p:sp>
        <p:nvSpPr>
          <p:cNvPr id="36" name="Espace réservé du texte 22">
            <a:extLst>
              <a:ext uri="{FF2B5EF4-FFF2-40B4-BE49-F238E27FC236}">
                <a16:creationId xmlns:a16="http://schemas.microsoft.com/office/drawing/2014/main" id="{642D3CE0-C3B4-4F3F-A650-AB452B3AD4B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444169" y="4240093"/>
            <a:ext cx="3293306" cy="1463040"/>
          </a:xfrm>
        </p:spPr>
        <p:txBody>
          <a:bodyPr lIns="0" tIns="0" rIns="0" bIns="0" rtlCol="0">
            <a:noAutofit/>
          </a:bodyPr>
          <a:lstStyle>
            <a:lvl1pPr marL="0" indent="0" algn="l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0"/>
            <a:r>
              <a:rPr lang="fr-FR" noProof="0"/>
              <a:t>Modifiez les styles du texte du masque</a:t>
            </a:r>
          </a:p>
        </p:txBody>
      </p:sp>
      <p:sp>
        <p:nvSpPr>
          <p:cNvPr id="37" name="Espace réservé du texte 22">
            <a:extLst>
              <a:ext uri="{FF2B5EF4-FFF2-40B4-BE49-F238E27FC236}">
                <a16:creationId xmlns:a16="http://schemas.microsoft.com/office/drawing/2014/main" id="{DBED2BB0-CDAD-40EE-8B35-C66DF45EE29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346244" y="4240093"/>
            <a:ext cx="3293306" cy="1463040"/>
          </a:xfrm>
        </p:spPr>
        <p:txBody>
          <a:bodyPr lIns="0" tIns="0" rIns="0" bIns="0" rtlCol="0">
            <a:noAutofit/>
          </a:bodyPr>
          <a:lstStyle>
            <a:lvl1pPr marL="0" indent="0" algn="l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0"/>
            <a:r>
              <a:rPr lang="fr-FR" noProof="0"/>
              <a:t>Modifiez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154474571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+ text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 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10" name="Forme libre : Form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fr-FR" noProof="0"/>
          </a:p>
        </p:txBody>
      </p:sp>
      <p:sp>
        <p:nvSpPr>
          <p:cNvPr id="18" name="Forme libre : Form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fr-FR" noProof="0"/>
          </a:p>
        </p:txBody>
      </p:sp>
      <p:sp>
        <p:nvSpPr>
          <p:cNvPr id="12" name="Forme libre : Form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8" name="Forme libre : Form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 rtl="0"/>
            <a:r>
              <a:rPr lang="fr-FR" noProof="0"/>
              <a:t>Modifiez le style du titre</a:t>
            </a:r>
          </a:p>
        </p:txBody>
      </p:sp>
      <p:grpSp>
        <p:nvGrpSpPr>
          <p:cNvPr id="15" name="Groupe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orme libre : Form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fr-FR" noProof="0"/>
            </a:p>
          </p:txBody>
        </p:sp>
        <p:sp>
          <p:nvSpPr>
            <p:cNvPr id="17" name="Forme libre : Forme 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fr-FR" noProof="0"/>
            </a:p>
          </p:txBody>
        </p:sp>
      </p:grpSp>
      <p:grpSp>
        <p:nvGrpSpPr>
          <p:cNvPr id="6" name="Groupe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 : Coin rogné 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fr-FR" noProof="0"/>
            </a:p>
          </p:txBody>
        </p:sp>
        <p:sp>
          <p:nvSpPr>
            <p:cNvPr id="3" name="Rectangle : Coin rogné 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fr-FR" noProof="0"/>
            </a:p>
          </p:txBody>
        </p:sp>
      </p:grpSp>
      <p:sp>
        <p:nvSpPr>
          <p:cNvPr id="26" name="Espace réservé du texte 22">
            <a:extLst>
              <a:ext uri="{FF2B5EF4-FFF2-40B4-BE49-F238E27FC236}">
                <a16:creationId xmlns:a16="http://schemas.microsoft.com/office/drawing/2014/main" id="{2A19101D-7C37-42BF-8167-5391EA65EC3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42094" y="4240093"/>
            <a:ext cx="9402006" cy="1463040"/>
          </a:xfrm>
        </p:spPr>
        <p:txBody>
          <a:bodyPr lIns="0" tIns="0" rIns="0" bIns="0" rtlCol="0">
            <a:noAutofit/>
          </a:bodyPr>
          <a:lstStyle>
            <a:lvl1pPr marL="0" indent="0" algn="l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0"/>
            <a:r>
              <a:rPr lang="fr-FR" noProof="0"/>
              <a:t>Modifiez les styles du texte du masque</a:t>
            </a:r>
          </a:p>
        </p:txBody>
      </p:sp>
      <p:sp>
        <p:nvSpPr>
          <p:cNvPr id="35" name="Forme libre : Forme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 rtlCol="0"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pPr rtl="0"/>
            <a:fld id="{C263D6C4-4840-40CC-AC84-17E24B3B7BDE}" type="slidenum">
              <a:rPr lang="fr-FR" noProof="0" smtClean="0"/>
              <a:pPr/>
              <a:t>‹N°›</a:t>
            </a:fld>
            <a:endParaRPr lang="fr-FR" noProof="0"/>
          </a:p>
        </p:txBody>
      </p:sp>
      <p:sp>
        <p:nvSpPr>
          <p:cNvPr id="13" name="Espace réservé d’image 12">
            <a:extLst>
              <a:ext uri="{FF2B5EF4-FFF2-40B4-BE49-F238E27FC236}">
                <a16:creationId xmlns:a16="http://schemas.microsoft.com/office/drawing/2014/main" id="{231B97CF-FD24-4932-8459-893B1AC73D33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-2" y="1352575"/>
            <a:ext cx="12192002" cy="2289897"/>
          </a:xfrm>
        </p:spPr>
        <p:txBody>
          <a:bodyPr rtlCol="0" anchor="ctr">
            <a:normAutofit/>
          </a:bodyPr>
          <a:lstStyle>
            <a:lvl1pPr marL="0" indent="0" algn="ctr">
              <a:buNone/>
              <a:defRPr sz="1400">
                <a:solidFill>
                  <a:schemeClr val="accent2"/>
                </a:solidFill>
                <a:latin typeface="Trade Gothic LT Pro" panose="020B0503040303020004" pitchFamily="34" charset="0"/>
              </a:defRPr>
            </a:lvl1pPr>
          </a:lstStyle>
          <a:p>
            <a:pPr rtl="0"/>
            <a:r>
              <a:rPr lang="fr-FR" noProof="0"/>
              <a:t>Insérer une image</a:t>
            </a:r>
          </a:p>
        </p:txBody>
      </p:sp>
    </p:spTree>
    <p:extLst>
      <p:ext uri="{BB962C8B-B14F-4D97-AF65-F5344CB8AC3E}">
        <p14:creationId xmlns:p14="http://schemas.microsoft.com/office/powerpoint/2010/main" val="248682677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avec légen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 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10" name="Forme libre : Form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fr-FR" noProof="0"/>
          </a:p>
        </p:txBody>
      </p:sp>
      <p:sp>
        <p:nvSpPr>
          <p:cNvPr id="18" name="Forme libre : Form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fr-FR" noProof="0"/>
          </a:p>
        </p:txBody>
      </p:sp>
      <p:sp>
        <p:nvSpPr>
          <p:cNvPr id="12" name="Forme libre : Form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8" name="Forme libre : Form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 rtl="0"/>
            <a:r>
              <a:rPr lang="fr-FR" noProof="0"/>
              <a:t>Modifiez le style du titre</a:t>
            </a:r>
          </a:p>
        </p:txBody>
      </p:sp>
      <p:grpSp>
        <p:nvGrpSpPr>
          <p:cNvPr id="15" name="Groupe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orme libre : Form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fr-FR" noProof="0"/>
            </a:p>
          </p:txBody>
        </p:sp>
        <p:sp>
          <p:nvSpPr>
            <p:cNvPr id="17" name="Forme libre : Forme 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fr-FR" noProof="0"/>
            </a:p>
          </p:txBody>
        </p:sp>
      </p:grpSp>
      <p:grpSp>
        <p:nvGrpSpPr>
          <p:cNvPr id="6" name="Groupe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 : Coin rogné 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fr-FR" noProof="0"/>
            </a:p>
          </p:txBody>
        </p:sp>
        <p:sp>
          <p:nvSpPr>
            <p:cNvPr id="3" name="Rectangle : Coin rogné 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fr-FR" noProof="0"/>
            </a:p>
          </p:txBody>
        </p:sp>
      </p:grpSp>
      <p:sp>
        <p:nvSpPr>
          <p:cNvPr id="35" name="Forme libre : Forme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 rtlCol="0"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pPr rtl="0"/>
            <a:fld id="{C263D6C4-4840-40CC-AC84-17E24B3B7BDE}" type="slidenum">
              <a:rPr lang="fr-FR" noProof="0" smtClean="0"/>
              <a:pPr/>
              <a:t>‹N°›</a:t>
            </a:fld>
            <a:endParaRPr lang="fr-FR" noProof="0"/>
          </a:p>
        </p:txBody>
      </p:sp>
      <p:sp>
        <p:nvSpPr>
          <p:cNvPr id="20" name="Espace réservé d’image 2">
            <a:extLst>
              <a:ext uri="{FF2B5EF4-FFF2-40B4-BE49-F238E27FC236}">
                <a16:creationId xmlns:a16="http://schemas.microsoft.com/office/drawing/2014/main" id="{30B3A574-7940-4E35-857E-5CA35A5910E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110087" y="1444649"/>
            <a:ext cx="7548513" cy="4579079"/>
          </a:xfrm>
        </p:spPr>
        <p:txBody>
          <a:bodyPr rtlCol="0">
            <a:normAutofit/>
          </a:bodyPr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fr-FR" noProof="0"/>
              <a:t>Cliquez sur l'icône pour ajouter une image</a:t>
            </a:r>
          </a:p>
        </p:txBody>
      </p:sp>
      <p:sp>
        <p:nvSpPr>
          <p:cNvPr id="21" name="Espace réservé du texte 3">
            <a:extLst>
              <a:ext uri="{FF2B5EF4-FFF2-40B4-BE49-F238E27FC236}">
                <a16:creationId xmlns:a16="http://schemas.microsoft.com/office/drawing/2014/main" id="{912B51EA-3E6F-4BF6-BE48-62128AF32B85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443366" y="1444649"/>
            <a:ext cx="3365063" cy="4579079"/>
          </a:xfrm>
        </p:spPr>
        <p:txBody>
          <a:bodyPr rtlCol="0"/>
          <a:lstStyle>
            <a:lvl1pPr marL="0" indent="0"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fr-FR" noProof="0"/>
              <a:t>Modifiez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154065017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u avec légen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 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10" name="Forme libre : Form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fr-FR" noProof="0"/>
          </a:p>
        </p:txBody>
      </p:sp>
      <p:sp>
        <p:nvSpPr>
          <p:cNvPr id="18" name="Forme libre : Form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fr-FR" noProof="0"/>
          </a:p>
        </p:txBody>
      </p:sp>
      <p:sp>
        <p:nvSpPr>
          <p:cNvPr id="12" name="Forme libre : Form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8" name="Forme libre : Form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 rtl="0"/>
            <a:r>
              <a:rPr lang="fr-FR" noProof="0"/>
              <a:t>Modifiez le style du titre</a:t>
            </a:r>
          </a:p>
        </p:txBody>
      </p:sp>
      <p:grpSp>
        <p:nvGrpSpPr>
          <p:cNvPr id="15" name="Groupe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orme libre : Form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fr-FR" noProof="0"/>
            </a:p>
          </p:txBody>
        </p:sp>
        <p:sp>
          <p:nvSpPr>
            <p:cNvPr id="17" name="Forme libre : Forme 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fr-FR" noProof="0"/>
            </a:p>
          </p:txBody>
        </p:sp>
      </p:grpSp>
      <p:grpSp>
        <p:nvGrpSpPr>
          <p:cNvPr id="6" name="Groupe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 : Coin rogné 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fr-FR" noProof="0"/>
            </a:p>
          </p:txBody>
        </p:sp>
        <p:sp>
          <p:nvSpPr>
            <p:cNvPr id="3" name="Rectangle : Coin rogné 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fr-FR" noProof="0"/>
            </a:p>
          </p:txBody>
        </p:sp>
      </p:grpSp>
      <p:sp>
        <p:nvSpPr>
          <p:cNvPr id="35" name="Forme libre : Forme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 rtlCol="0"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pPr rtl="0"/>
            <a:fld id="{C263D6C4-4840-40CC-AC84-17E24B3B7BDE}" type="slidenum">
              <a:rPr lang="fr-FR" noProof="0" smtClean="0"/>
              <a:pPr/>
              <a:t>‹N°›</a:t>
            </a:fld>
            <a:endParaRPr lang="fr-FR" noProof="0"/>
          </a:p>
        </p:txBody>
      </p:sp>
      <p:sp>
        <p:nvSpPr>
          <p:cNvPr id="21" name="Espace réservé du texte 3">
            <a:extLst>
              <a:ext uri="{FF2B5EF4-FFF2-40B4-BE49-F238E27FC236}">
                <a16:creationId xmlns:a16="http://schemas.microsoft.com/office/drawing/2014/main" id="{912B51EA-3E6F-4BF6-BE48-62128AF32B85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443366" y="1444649"/>
            <a:ext cx="3365063" cy="4579079"/>
          </a:xfrm>
        </p:spPr>
        <p:txBody>
          <a:bodyPr rtlCol="0"/>
          <a:lstStyle>
            <a:lvl1pPr marL="0" indent="0"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fr-FR" noProof="0"/>
              <a:t>Modifiez les styles du texte du masque</a:t>
            </a:r>
          </a:p>
        </p:txBody>
      </p:sp>
      <p:sp>
        <p:nvSpPr>
          <p:cNvPr id="22" name="Espace réservé du contenu 2">
            <a:extLst>
              <a:ext uri="{FF2B5EF4-FFF2-40B4-BE49-F238E27FC236}">
                <a16:creationId xmlns:a16="http://schemas.microsoft.com/office/drawing/2014/main" id="{A015C605-1D30-48BC-A0D6-3B11AF56CC53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964290" y="1444649"/>
            <a:ext cx="7694310" cy="4579079"/>
          </a:xfrm>
        </p:spPr>
        <p:txBody>
          <a:bodyPr rtlCol="0">
            <a:normAutofit/>
          </a:bodyPr>
          <a:lstStyle>
            <a:lvl1pPr>
              <a:defRPr sz="2400">
                <a:solidFill>
                  <a:schemeClr val="bg1"/>
                </a:solidFill>
              </a:defRPr>
            </a:lvl1pPr>
            <a:lvl2pPr>
              <a:defRPr sz="20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600">
                <a:solidFill>
                  <a:schemeClr val="bg1"/>
                </a:solidFill>
              </a:defRPr>
            </a:lvl4pPr>
            <a:lvl5pPr>
              <a:defRPr sz="1600">
                <a:solidFill>
                  <a:schemeClr val="bg1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121298954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D4494CD2-CCDD-0248-96F8-741002C44255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19" name="Forme libre : Forme 9">
            <a:extLst>
              <a:ext uri="{FF2B5EF4-FFF2-40B4-BE49-F238E27FC236}">
                <a16:creationId xmlns:a16="http://schemas.microsoft.com/office/drawing/2014/main" id="{07077B00-C1EE-7241-B441-7814F92A7EDF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fr-FR" noProof="0"/>
          </a:p>
        </p:txBody>
      </p:sp>
      <p:sp>
        <p:nvSpPr>
          <p:cNvPr id="20" name="Forme libre : Forme 17">
            <a:extLst>
              <a:ext uri="{FF2B5EF4-FFF2-40B4-BE49-F238E27FC236}">
                <a16:creationId xmlns:a16="http://schemas.microsoft.com/office/drawing/2014/main" id="{3A1AEBC4-637E-F64C-9192-69AC4BB26D0C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fr-FR" noProof="0"/>
          </a:p>
        </p:txBody>
      </p:sp>
      <p:sp>
        <p:nvSpPr>
          <p:cNvPr id="21" name="Forme libre : Forme 11">
            <a:extLst>
              <a:ext uri="{FF2B5EF4-FFF2-40B4-BE49-F238E27FC236}">
                <a16:creationId xmlns:a16="http://schemas.microsoft.com/office/drawing/2014/main" id="{669A7039-C54C-8E46-9A8B-DDB2547D989C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22" name="Forme libre : Forme 7">
            <a:extLst>
              <a:ext uri="{FF2B5EF4-FFF2-40B4-BE49-F238E27FC236}">
                <a16:creationId xmlns:a16="http://schemas.microsoft.com/office/drawing/2014/main" id="{4F173B32-87BB-9A40-8C91-4C1EED2B7ABF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grpSp>
        <p:nvGrpSpPr>
          <p:cNvPr id="24" name="Groupe 23">
            <a:extLst>
              <a:ext uri="{FF2B5EF4-FFF2-40B4-BE49-F238E27FC236}">
                <a16:creationId xmlns:a16="http://schemas.microsoft.com/office/drawing/2014/main" id="{4AC87F4E-12B5-1B42-AFD2-4DB39B7645C9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25" name="Forme libre : Forme 15">
              <a:extLst>
                <a:ext uri="{FF2B5EF4-FFF2-40B4-BE49-F238E27FC236}">
                  <a16:creationId xmlns:a16="http://schemas.microsoft.com/office/drawing/2014/main" id="{03DD8765-59DF-A045-ADB5-E39FAEE153A0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fr-FR" noProof="0"/>
            </a:p>
          </p:txBody>
        </p:sp>
        <p:sp>
          <p:nvSpPr>
            <p:cNvPr id="26" name="Forme libre : Forme 16">
              <a:extLst>
                <a:ext uri="{FF2B5EF4-FFF2-40B4-BE49-F238E27FC236}">
                  <a16:creationId xmlns:a16="http://schemas.microsoft.com/office/drawing/2014/main" id="{B34B796C-A407-7B4D-B4F0-E58A44FE8DB4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fr-FR" noProof="0"/>
            </a:p>
          </p:txBody>
        </p:sp>
      </p:grpSp>
      <p:sp>
        <p:nvSpPr>
          <p:cNvPr id="30" name="Forme libre : Forme 23">
            <a:extLst>
              <a:ext uri="{FF2B5EF4-FFF2-40B4-BE49-F238E27FC236}">
                <a16:creationId xmlns:a16="http://schemas.microsoft.com/office/drawing/2014/main" id="{CBE3FDC9-67CB-FA42-B127-A36BFF4678BB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31" name="Espace réservé du numéro de diapositive 4">
            <a:extLst>
              <a:ext uri="{FF2B5EF4-FFF2-40B4-BE49-F238E27FC236}">
                <a16:creationId xmlns:a16="http://schemas.microsoft.com/office/drawing/2014/main" id="{1E902BFF-CA8F-D745-A819-A7BB38B30E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 rtlCol="0"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pPr rtl="0"/>
            <a:fld id="{C263D6C4-4840-40CC-AC84-17E24B3B7BDE}" type="slidenum">
              <a:rPr lang="fr-FR" noProof="0" smtClean="0"/>
              <a:pPr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267230474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rci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 20">
            <a:extLst>
              <a:ext uri="{FF2B5EF4-FFF2-40B4-BE49-F238E27FC236}">
                <a16:creationId xmlns:a16="http://schemas.microsoft.com/office/drawing/2014/main" id="{6E739168-A5E8-443A-B392-7AD4CF8977A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15" name="Forme libre : Forme 14">
            <a:extLst>
              <a:ext uri="{FF2B5EF4-FFF2-40B4-BE49-F238E27FC236}">
                <a16:creationId xmlns:a16="http://schemas.microsoft.com/office/drawing/2014/main" id="{41E10E1E-5268-4F03-BA64-07E19DE26739}"/>
              </a:ext>
            </a:extLst>
          </p:cNvPr>
          <p:cNvSpPr/>
          <p:nvPr/>
        </p:nvSpPr>
        <p:spPr>
          <a:xfrm flipH="1">
            <a:off x="-16297" y="0"/>
            <a:ext cx="12208298" cy="6858000"/>
          </a:xfrm>
          <a:custGeom>
            <a:avLst/>
            <a:gdLst>
              <a:gd name="connsiteX0" fmla="*/ 8574289 w 12208298"/>
              <a:gd name="connsiteY0" fmla="*/ 0 h 6858000"/>
              <a:gd name="connsiteX1" fmla="*/ 0 w 12208298"/>
              <a:gd name="connsiteY1" fmla="*/ 0 h 6858000"/>
              <a:gd name="connsiteX2" fmla="*/ 0 w 12208298"/>
              <a:gd name="connsiteY2" fmla="*/ 6858000 h 6858000"/>
              <a:gd name="connsiteX3" fmla="*/ 532109 w 12208298"/>
              <a:gd name="connsiteY3" fmla="*/ 6858000 h 6858000"/>
              <a:gd name="connsiteX4" fmla="*/ 11495317 w 12208298"/>
              <a:gd name="connsiteY4" fmla="*/ 6858000 h 6858000"/>
              <a:gd name="connsiteX5" fmla="*/ 12208298 w 12208298"/>
              <a:gd name="connsiteY5" fmla="*/ 6858000 h 6858000"/>
              <a:gd name="connsiteX6" fmla="*/ 12208298 w 12208298"/>
              <a:gd name="connsiteY6" fmla="*/ 3146781 h 6858000"/>
              <a:gd name="connsiteX7" fmla="*/ 10353284 w 12208298"/>
              <a:gd name="connsiteY7" fmla="*/ 1291767 h 6858000"/>
              <a:gd name="connsiteX8" fmla="*/ 9866056 w 12208298"/>
              <a:gd name="connsiteY8" fmla="*/ 129176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208298" h="6858000">
                <a:moveTo>
                  <a:pt x="8574289" y="0"/>
                </a:moveTo>
                <a:lnTo>
                  <a:pt x="0" y="0"/>
                </a:lnTo>
                <a:lnTo>
                  <a:pt x="0" y="6858000"/>
                </a:lnTo>
                <a:lnTo>
                  <a:pt x="532109" y="6858000"/>
                </a:lnTo>
                <a:lnTo>
                  <a:pt x="11495317" y="6858000"/>
                </a:lnTo>
                <a:lnTo>
                  <a:pt x="12208298" y="6858000"/>
                </a:lnTo>
                <a:lnTo>
                  <a:pt x="12208298" y="3146781"/>
                </a:lnTo>
                <a:lnTo>
                  <a:pt x="10353284" y="1291767"/>
                </a:lnTo>
                <a:lnTo>
                  <a:pt x="9866056" y="1291767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16" name="Forme libre : Forme 15">
            <a:extLst>
              <a:ext uri="{FF2B5EF4-FFF2-40B4-BE49-F238E27FC236}">
                <a16:creationId xmlns:a16="http://schemas.microsoft.com/office/drawing/2014/main" id="{B989C45D-BDFF-418F-BE79-03FF70015770}"/>
              </a:ext>
            </a:extLst>
          </p:cNvPr>
          <p:cNvSpPr/>
          <p:nvPr/>
        </p:nvSpPr>
        <p:spPr>
          <a:xfrm rot="5400000" flipH="1" flipV="1">
            <a:off x="2667000" y="-2667001"/>
            <a:ext cx="6858000" cy="12192002"/>
          </a:xfrm>
          <a:custGeom>
            <a:avLst/>
            <a:gdLst>
              <a:gd name="connsiteX0" fmla="*/ 6858000 w 6858000"/>
              <a:gd name="connsiteY0" fmla="*/ 3871658 h 12192002"/>
              <a:gd name="connsiteX1" fmla="*/ 6858000 w 6858000"/>
              <a:gd name="connsiteY1" fmla="*/ 12192002 h 12192002"/>
              <a:gd name="connsiteX2" fmla="*/ 5363029 w 6858000"/>
              <a:gd name="connsiteY2" fmla="*/ 12192002 h 12192002"/>
              <a:gd name="connsiteX3" fmla="*/ 5363029 w 6858000"/>
              <a:gd name="connsiteY3" fmla="*/ 12192000 h 12192002"/>
              <a:gd name="connsiteX4" fmla="*/ 0 w 6858000"/>
              <a:gd name="connsiteY4" fmla="*/ 12192000 h 12192002"/>
              <a:gd name="connsiteX5" fmla="*/ 0 w 6858000"/>
              <a:gd name="connsiteY5" fmla="*/ 0 h 12192002"/>
              <a:gd name="connsiteX6" fmla="*/ 3539398 w 6858000"/>
              <a:gd name="connsiteY6" fmla="*/ 0 h 12192002"/>
              <a:gd name="connsiteX7" fmla="*/ 5566229 w 6858000"/>
              <a:gd name="connsiteY7" fmla="*/ 2026831 h 12192002"/>
              <a:gd name="connsiteX8" fmla="*/ 5566229 w 6858000"/>
              <a:gd name="connsiteY8" fmla="*/ 2575538 h 12192002"/>
              <a:gd name="connsiteX9" fmla="*/ 6858000 w 6858000"/>
              <a:gd name="connsiteY9" fmla="*/ 3871657 h 12192002"/>
              <a:gd name="connsiteX10" fmla="*/ 5566229 w 6858000"/>
              <a:gd name="connsiteY10" fmla="*/ 3871657 h 12192002"/>
              <a:gd name="connsiteX11" fmla="*/ 5566229 w 6858000"/>
              <a:gd name="connsiteY11" fmla="*/ 3871658 h 12192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12192002">
                <a:moveTo>
                  <a:pt x="6858000" y="3871658"/>
                </a:moveTo>
                <a:lnTo>
                  <a:pt x="6858000" y="12192002"/>
                </a:lnTo>
                <a:lnTo>
                  <a:pt x="5363029" y="12192002"/>
                </a:lnTo>
                <a:lnTo>
                  <a:pt x="5363029" y="12192000"/>
                </a:lnTo>
                <a:lnTo>
                  <a:pt x="0" y="12192000"/>
                </a:lnTo>
                <a:lnTo>
                  <a:pt x="0" y="0"/>
                </a:lnTo>
                <a:lnTo>
                  <a:pt x="3539398" y="0"/>
                </a:lnTo>
                <a:lnTo>
                  <a:pt x="5566229" y="2026831"/>
                </a:lnTo>
                <a:lnTo>
                  <a:pt x="5566229" y="2575538"/>
                </a:lnTo>
                <a:lnTo>
                  <a:pt x="6858000" y="3871657"/>
                </a:lnTo>
                <a:lnTo>
                  <a:pt x="5566229" y="3871657"/>
                </a:lnTo>
                <a:lnTo>
                  <a:pt x="5566229" y="3871658"/>
                </a:lnTo>
                <a:close/>
              </a:path>
            </a:pathLst>
          </a:custGeom>
          <a:pattFill prst="wdDnDiag">
            <a:fgClr>
              <a:schemeClr val="accent1"/>
            </a:fgClr>
            <a:bgClr>
              <a:schemeClr val="accent2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20" name="Forme libre : Forme 19">
            <a:extLst>
              <a:ext uri="{FF2B5EF4-FFF2-40B4-BE49-F238E27FC236}">
                <a16:creationId xmlns:a16="http://schemas.microsoft.com/office/drawing/2014/main" id="{0027A677-9ACB-4264-B148-4806678FB83F}"/>
              </a:ext>
            </a:extLst>
          </p:cNvPr>
          <p:cNvSpPr/>
          <p:nvPr/>
        </p:nvSpPr>
        <p:spPr>
          <a:xfrm rot="5400000" flipH="1" flipV="1">
            <a:off x="2667000" y="-2667001"/>
            <a:ext cx="6858000" cy="12192002"/>
          </a:xfrm>
          <a:custGeom>
            <a:avLst/>
            <a:gdLst>
              <a:gd name="connsiteX0" fmla="*/ 6858000 w 6858000"/>
              <a:gd name="connsiteY0" fmla="*/ 3871658 h 12192002"/>
              <a:gd name="connsiteX1" fmla="*/ 6858000 w 6858000"/>
              <a:gd name="connsiteY1" fmla="*/ 12192002 h 12192002"/>
              <a:gd name="connsiteX2" fmla="*/ 5363029 w 6858000"/>
              <a:gd name="connsiteY2" fmla="*/ 12192002 h 12192002"/>
              <a:gd name="connsiteX3" fmla="*/ 5363029 w 6858000"/>
              <a:gd name="connsiteY3" fmla="*/ 12192000 h 12192002"/>
              <a:gd name="connsiteX4" fmla="*/ 0 w 6858000"/>
              <a:gd name="connsiteY4" fmla="*/ 12192000 h 12192002"/>
              <a:gd name="connsiteX5" fmla="*/ 0 w 6858000"/>
              <a:gd name="connsiteY5" fmla="*/ 0 h 12192002"/>
              <a:gd name="connsiteX6" fmla="*/ 3539398 w 6858000"/>
              <a:gd name="connsiteY6" fmla="*/ 0 h 12192002"/>
              <a:gd name="connsiteX7" fmla="*/ 5566229 w 6858000"/>
              <a:gd name="connsiteY7" fmla="*/ 2026831 h 12192002"/>
              <a:gd name="connsiteX8" fmla="*/ 5566229 w 6858000"/>
              <a:gd name="connsiteY8" fmla="*/ 2575538 h 12192002"/>
              <a:gd name="connsiteX9" fmla="*/ 6858000 w 6858000"/>
              <a:gd name="connsiteY9" fmla="*/ 3871657 h 12192002"/>
              <a:gd name="connsiteX10" fmla="*/ 5566229 w 6858000"/>
              <a:gd name="connsiteY10" fmla="*/ 3871657 h 12192002"/>
              <a:gd name="connsiteX11" fmla="*/ 5566229 w 6858000"/>
              <a:gd name="connsiteY11" fmla="*/ 3871658 h 12192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12192002">
                <a:moveTo>
                  <a:pt x="6858000" y="3871658"/>
                </a:moveTo>
                <a:lnTo>
                  <a:pt x="6858000" y="12192002"/>
                </a:lnTo>
                <a:lnTo>
                  <a:pt x="5363029" y="12192002"/>
                </a:lnTo>
                <a:lnTo>
                  <a:pt x="5363029" y="12192000"/>
                </a:lnTo>
                <a:lnTo>
                  <a:pt x="0" y="12192000"/>
                </a:lnTo>
                <a:lnTo>
                  <a:pt x="0" y="0"/>
                </a:lnTo>
                <a:lnTo>
                  <a:pt x="3539398" y="0"/>
                </a:lnTo>
                <a:lnTo>
                  <a:pt x="5566229" y="2026831"/>
                </a:lnTo>
                <a:lnTo>
                  <a:pt x="5566229" y="2575538"/>
                </a:lnTo>
                <a:lnTo>
                  <a:pt x="6858000" y="3871657"/>
                </a:lnTo>
                <a:lnTo>
                  <a:pt x="5566229" y="3871657"/>
                </a:lnTo>
                <a:lnTo>
                  <a:pt x="5566229" y="3871658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grpSp>
        <p:nvGrpSpPr>
          <p:cNvPr id="6" name="Groupe 5">
            <a:extLst>
              <a:ext uri="{FF2B5EF4-FFF2-40B4-BE49-F238E27FC236}">
                <a16:creationId xmlns:a16="http://schemas.microsoft.com/office/drawing/2014/main" id="{EA7FF9D7-8545-4547-AC77-A0421EEB9B99}"/>
              </a:ext>
            </a:extLst>
          </p:cNvPr>
          <p:cNvGrpSpPr/>
          <p:nvPr userDrawn="1"/>
        </p:nvGrpSpPr>
        <p:grpSpPr>
          <a:xfrm>
            <a:off x="0" y="0"/>
            <a:ext cx="6881966" cy="6858876"/>
            <a:chOff x="-5321" y="1096"/>
            <a:chExt cx="5924073" cy="5904197"/>
          </a:xfrm>
        </p:grpSpPr>
        <p:sp>
          <p:nvSpPr>
            <p:cNvPr id="17" name="Triangle rectangle 16">
              <a:extLst>
                <a:ext uri="{FF2B5EF4-FFF2-40B4-BE49-F238E27FC236}">
                  <a16:creationId xmlns:a16="http://schemas.microsoft.com/office/drawing/2014/main" id="{8DCD5806-2A2F-4ABF-8057-245681C498E6}"/>
                </a:ext>
              </a:extLst>
            </p:cNvPr>
            <p:cNvSpPr/>
            <p:nvPr userDrawn="1"/>
          </p:nvSpPr>
          <p:spPr>
            <a:xfrm rot="16200000" flipH="1" flipV="1">
              <a:off x="4618" y="-8842"/>
              <a:ext cx="5904196" cy="5924073"/>
            </a:xfrm>
            <a:prstGeom prst="rtTriangle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fr-FR" noProof="0"/>
            </a:p>
          </p:txBody>
        </p:sp>
        <p:sp>
          <p:nvSpPr>
            <p:cNvPr id="18" name="Triangle droit 17">
              <a:extLst>
                <a:ext uri="{FF2B5EF4-FFF2-40B4-BE49-F238E27FC236}">
                  <a16:creationId xmlns:a16="http://schemas.microsoft.com/office/drawing/2014/main" id="{3A93038F-E9E4-4FFD-B3DF-28DB7C2C1490}"/>
                </a:ext>
              </a:extLst>
            </p:cNvPr>
            <p:cNvSpPr/>
            <p:nvPr userDrawn="1"/>
          </p:nvSpPr>
          <p:spPr>
            <a:xfrm rot="16200000" flipH="1" flipV="1">
              <a:off x="3941" y="-8164"/>
              <a:ext cx="5501471" cy="5519993"/>
            </a:xfrm>
            <a:prstGeom prst="rtTriangle">
              <a:avLst/>
            </a:prstGeom>
            <a:pattFill prst="dkHorz">
              <a:fgClr>
                <a:schemeClr val="accent1"/>
              </a:fgClr>
              <a:bgClr>
                <a:schemeClr val="accent2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fr-FR" noProof="0"/>
            </a:p>
          </p:txBody>
        </p:sp>
        <p:sp>
          <p:nvSpPr>
            <p:cNvPr id="19" name="Triangle droit 18">
              <a:extLst>
                <a:ext uri="{FF2B5EF4-FFF2-40B4-BE49-F238E27FC236}">
                  <a16:creationId xmlns:a16="http://schemas.microsoft.com/office/drawing/2014/main" id="{5DEA1E02-BBD0-4AE3-AF22-433B90272178}"/>
                </a:ext>
              </a:extLst>
            </p:cNvPr>
            <p:cNvSpPr/>
            <p:nvPr userDrawn="1"/>
          </p:nvSpPr>
          <p:spPr>
            <a:xfrm rot="16200000" flipH="1" flipV="1">
              <a:off x="3131" y="-7355"/>
              <a:ext cx="5019818" cy="5036720"/>
            </a:xfrm>
            <a:prstGeom prst="rtTriangle">
              <a:avLst/>
            </a:prstGeom>
            <a:solidFill>
              <a:schemeClr val="accent2"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fr-FR" noProof="0"/>
            </a:p>
          </p:txBody>
        </p:sp>
      </p:grpSp>
      <p:sp>
        <p:nvSpPr>
          <p:cNvPr id="2" name="Titre 1">
            <a:extLst>
              <a:ext uri="{FF2B5EF4-FFF2-40B4-BE49-F238E27FC236}">
                <a16:creationId xmlns:a16="http://schemas.microsoft.com/office/drawing/2014/main" id="{9E597736-C478-4C26-9BAF-205FE31E977C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>
          <a:xfrm>
            <a:off x="5217242" y="2807208"/>
            <a:ext cx="4945598" cy="1243584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defRPr lang="en-GB" sz="5400" b="1" dirty="0">
                <a:solidFill>
                  <a:schemeClr val="bg1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 rtl="0"/>
            <a:r>
              <a:rPr lang="fr-FR" noProof="0"/>
              <a:t>Merci</a:t>
            </a:r>
          </a:p>
        </p:txBody>
      </p:sp>
    </p:spTree>
    <p:extLst>
      <p:ext uri="{BB962C8B-B14F-4D97-AF65-F5344CB8AC3E}">
        <p14:creationId xmlns:p14="http://schemas.microsoft.com/office/powerpoint/2010/main" val="223638614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rci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 20">
            <a:extLst>
              <a:ext uri="{FF2B5EF4-FFF2-40B4-BE49-F238E27FC236}">
                <a16:creationId xmlns:a16="http://schemas.microsoft.com/office/drawing/2014/main" id="{6E739168-A5E8-443A-B392-7AD4CF8977A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15" name="Forme libre : Forme 14">
            <a:extLst>
              <a:ext uri="{FF2B5EF4-FFF2-40B4-BE49-F238E27FC236}">
                <a16:creationId xmlns:a16="http://schemas.microsoft.com/office/drawing/2014/main" id="{41E10E1E-5268-4F03-BA64-07E19DE26739}"/>
              </a:ext>
            </a:extLst>
          </p:cNvPr>
          <p:cNvSpPr/>
          <p:nvPr/>
        </p:nvSpPr>
        <p:spPr>
          <a:xfrm flipH="1">
            <a:off x="-16297" y="0"/>
            <a:ext cx="12208298" cy="6858000"/>
          </a:xfrm>
          <a:custGeom>
            <a:avLst/>
            <a:gdLst>
              <a:gd name="connsiteX0" fmla="*/ 8574289 w 12208298"/>
              <a:gd name="connsiteY0" fmla="*/ 0 h 6858000"/>
              <a:gd name="connsiteX1" fmla="*/ 0 w 12208298"/>
              <a:gd name="connsiteY1" fmla="*/ 0 h 6858000"/>
              <a:gd name="connsiteX2" fmla="*/ 0 w 12208298"/>
              <a:gd name="connsiteY2" fmla="*/ 6858000 h 6858000"/>
              <a:gd name="connsiteX3" fmla="*/ 532109 w 12208298"/>
              <a:gd name="connsiteY3" fmla="*/ 6858000 h 6858000"/>
              <a:gd name="connsiteX4" fmla="*/ 11495317 w 12208298"/>
              <a:gd name="connsiteY4" fmla="*/ 6858000 h 6858000"/>
              <a:gd name="connsiteX5" fmla="*/ 12208298 w 12208298"/>
              <a:gd name="connsiteY5" fmla="*/ 6858000 h 6858000"/>
              <a:gd name="connsiteX6" fmla="*/ 12208298 w 12208298"/>
              <a:gd name="connsiteY6" fmla="*/ 3146781 h 6858000"/>
              <a:gd name="connsiteX7" fmla="*/ 10353284 w 12208298"/>
              <a:gd name="connsiteY7" fmla="*/ 1291767 h 6858000"/>
              <a:gd name="connsiteX8" fmla="*/ 9866056 w 12208298"/>
              <a:gd name="connsiteY8" fmla="*/ 129176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208298" h="6858000">
                <a:moveTo>
                  <a:pt x="8574289" y="0"/>
                </a:moveTo>
                <a:lnTo>
                  <a:pt x="0" y="0"/>
                </a:lnTo>
                <a:lnTo>
                  <a:pt x="0" y="6858000"/>
                </a:lnTo>
                <a:lnTo>
                  <a:pt x="532109" y="6858000"/>
                </a:lnTo>
                <a:lnTo>
                  <a:pt x="11495317" y="6858000"/>
                </a:lnTo>
                <a:lnTo>
                  <a:pt x="12208298" y="6858000"/>
                </a:lnTo>
                <a:lnTo>
                  <a:pt x="12208298" y="3146781"/>
                </a:lnTo>
                <a:lnTo>
                  <a:pt x="10353284" y="1291767"/>
                </a:lnTo>
                <a:lnTo>
                  <a:pt x="9866056" y="1291767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16" name="Forme libre : Forme 15">
            <a:extLst>
              <a:ext uri="{FF2B5EF4-FFF2-40B4-BE49-F238E27FC236}">
                <a16:creationId xmlns:a16="http://schemas.microsoft.com/office/drawing/2014/main" id="{B989C45D-BDFF-418F-BE79-03FF70015770}"/>
              </a:ext>
            </a:extLst>
          </p:cNvPr>
          <p:cNvSpPr/>
          <p:nvPr/>
        </p:nvSpPr>
        <p:spPr>
          <a:xfrm rot="5400000" flipH="1" flipV="1">
            <a:off x="2667000" y="-2667001"/>
            <a:ext cx="6858000" cy="12192002"/>
          </a:xfrm>
          <a:custGeom>
            <a:avLst/>
            <a:gdLst>
              <a:gd name="connsiteX0" fmla="*/ 6858000 w 6858000"/>
              <a:gd name="connsiteY0" fmla="*/ 3871658 h 12192002"/>
              <a:gd name="connsiteX1" fmla="*/ 6858000 w 6858000"/>
              <a:gd name="connsiteY1" fmla="*/ 12192002 h 12192002"/>
              <a:gd name="connsiteX2" fmla="*/ 5363029 w 6858000"/>
              <a:gd name="connsiteY2" fmla="*/ 12192002 h 12192002"/>
              <a:gd name="connsiteX3" fmla="*/ 5363029 w 6858000"/>
              <a:gd name="connsiteY3" fmla="*/ 12192000 h 12192002"/>
              <a:gd name="connsiteX4" fmla="*/ 0 w 6858000"/>
              <a:gd name="connsiteY4" fmla="*/ 12192000 h 12192002"/>
              <a:gd name="connsiteX5" fmla="*/ 0 w 6858000"/>
              <a:gd name="connsiteY5" fmla="*/ 0 h 12192002"/>
              <a:gd name="connsiteX6" fmla="*/ 3539398 w 6858000"/>
              <a:gd name="connsiteY6" fmla="*/ 0 h 12192002"/>
              <a:gd name="connsiteX7" fmla="*/ 5566229 w 6858000"/>
              <a:gd name="connsiteY7" fmla="*/ 2026831 h 12192002"/>
              <a:gd name="connsiteX8" fmla="*/ 5566229 w 6858000"/>
              <a:gd name="connsiteY8" fmla="*/ 2575538 h 12192002"/>
              <a:gd name="connsiteX9" fmla="*/ 6858000 w 6858000"/>
              <a:gd name="connsiteY9" fmla="*/ 3871657 h 12192002"/>
              <a:gd name="connsiteX10" fmla="*/ 5566229 w 6858000"/>
              <a:gd name="connsiteY10" fmla="*/ 3871657 h 12192002"/>
              <a:gd name="connsiteX11" fmla="*/ 5566229 w 6858000"/>
              <a:gd name="connsiteY11" fmla="*/ 3871658 h 12192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12192002">
                <a:moveTo>
                  <a:pt x="6858000" y="3871658"/>
                </a:moveTo>
                <a:lnTo>
                  <a:pt x="6858000" y="12192002"/>
                </a:lnTo>
                <a:lnTo>
                  <a:pt x="5363029" y="12192002"/>
                </a:lnTo>
                <a:lnTo>
                  <a:pt x="5363029" y="12192000"/>
                </a:lnTo>
                <a:lnTo>
                  <a:pt x="0" y="12192000"/>
                </a:lnTo>
                <a:lnTo>
                  <a:pt x="0" y="0"/>
                </a:lnTo>
                <a:lnTo>
                  <a:pt x="3539398" y="0"/>
                </a:lnTo>
                <a:lnTo>
                  <a:pt x="5566229" y="2026831"/>
                </a:lnTo>
                <a:lnTo>
                  <a:pt x="5566229" y="2575538"/>
                </a:lnTo>
                <a:lnTo>
                  <a:pt x="6858000" y="3871657"/>
                </a:lnTo>
                <a:lnTo>
                  <a:pt x="5566229" y="3871657"/>
                </a:lnTo>
                <a:lnTo>
                  <a:pt x="5566229" y="3871658"/>
                </a:lnTo>
                <a:close/>
              </a:path>
            </a:pathLst>
          </a:custGeom>
          <a:pattFill prst="wdDnDiag">
            <a:fgClr>
              <a:schemeClr val="accent1"/>
            </a:fgClr>
            <a:bgClr>
              <a:schemeClr val="accent2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20" name="Forme libre : Forme 19">
            <a:extLst>
              <a:ext uri="{FF2B5EF4-FFF2-40B4-BE49-F238E27FC236}">
                <a16:creationId xmlns:a16="http://schemas.microsoft.com/office/drawing/2014/main" id="{0027A677-9ACB-4264-B148-4806678FB83F}"/>
              </a:ext>
            </a:extLst>
          </p:cNvPr>
          <p:cNvSpPr/>
          <p:nvPr/>
        </p:nvSpPr>
        <p:spPr>
          <a:xfrm rot="5400000" flipH="1" flipV="1">
            <a:off x="2667000" y="-2667001"/>
            <a:ext cx="6858000" cy="12192002"/>
          </a:xfrm>
          <a:custGeom>
            <a:avLst/>
            <a:gdLst>
              <a:gd name="connsiteX0" fmla="*/ 6858000 w 6858000"/>
              <a:gd name="connsiteY0" fmla="*/ 3871658 h 12192002"/>
              <a:gd name="connsiteX1" fmla="*/ 6858000 w 6858000"/>
              <a:gd name="connsiteY1" fmla="*/ 12192002 h 12192002"/>
              <a:gd name="connsiteX2" fmla="*/ 5363029 w 6858000"/>
              <a:gd name="connsiteY2" fmla="*/ 12192002 h 12192002"/>
              <a:gd name="connsiteX3" fmla="*/ 5363029 w 6858000"/>
              <a:gd name="connsiteY3" fmla="*/ 12192000 h 12192002"/>
              <a:gd name="connsiteX4" fmla="*/ 0 w 6858000"/>
              <a:gd name="connsiteY4" fmla="*/ 12192000 h 12192002"/>
              <a:gd name="connsiteX5" fmla="*/ 0 w 6858000"/>
              <a:gd name="connsiteY5" fmla="*/ 0 h 12192002"/>
              <a:gd name="connsiteX6" fmla="*/ 3539398 w 6858000"/>
              <a:gd name="connsiteY6" fmla="*/ 0 h 12192002"/>
              <a:gd name="connsiteX7" fmla="*/ 5566229 w 6858000"/>
              <a:gd name="connsiteY7" fmla="*/ 2026831 h 12192002"/>
              <a:gd name="connsiteX8" fmla="*/ 5566229 w 6858000"/>
              <a:gd name="connsiteY8" fmla="*/ 2575538 h 12192002"/>
              <a:gd name="connsiteX9" fmla="*/ 6858000 w 6858000"/>
              <a:gd name="connsiteY9" fmla="*/ 3871657 h 12192002"/>
              <a:gd name="connsiteX10" fmla="*/ 5566229 w 6858000"/>
              <a:gd name="connsiteY10" fmla="*/ 3871657 h 12192002"/>
              <a:gd name="connsiteX11" fmla="*/ 5566229 w 6858000"/>
              <a:gd name="connsiteY11" fmla="*/ 3871658 h 12192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12192002">
                <a:moveTo>
                  <a:pt x="6858000" y="3871658"/>
                </a:moveTo>
                <a:lnTo>
                  <a:pt x="6858000" y="12192002"/>
                </a:lnTo>
                <a:lnTo>
                  <a:pt x="5363029" y="12192002"/>
                </a:lnTo>
                <a:lnTo>
                  <a:pt x="5363029" y="12192000"/>
                </a:lnTo>
                <a:lnTo>
                  <a:pt x="0" y="12192000"/>
                </a:lnTo>
                <a:lnTo>
                  <a:pt x="0" y="0"/>
                </a:lnTo>
                <a:lnTo>
                  <a:pt x="3539398" y="0"/>
                </a:lnTo>
                <a:lnTo>
                  <a:pt x="5566229" y="2026831"/>
                </a:lnTo>
                <a:lnTo>
                  <a:pt x="5566229" y="2575538"/>
                </a:lnTo>
                <a:lnTo>
                  <a:pt x="6858000" y="3871657"/>
                </a:lnTo>
                <a:lnTo>
                  <a:pt x="5566229" y="3871657"/>
                </a:lnTo>
                <a:lnTo>
                  <a:pt x="5566229" y="3871658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9E597736-C478-4C26-9BAF-205FE31E977C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>
          <a:xfrm>
            <a:off x="6360242" y="3429000"/>
            <a:ext cx="4945598" cy="1243584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defRPr lang="en-GB" sz="5400" b="1" dirty="0">
                <a:solidFill>
                  <a:schemeClr val="bg1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 rtl="0"/>
            <a:r>
              <a:rPr lang="fr-FR" noProof="0"/>
              <a:t>Merci</a:t>
            </a:r>
          </a:p>
        </p:txBody>
      </p:sp>
      <p:sp>
        <p:nvSpPr>
          <p:cNvPr id="35" name="Forme libre : Forme 34">
            <a:extLst>
              <a:ext uri="{FF2B5EF4-FFF2-40B4-BE49-F238E27FC236}">
                <a16:creationId xmlns:a16="http://schemas.microsoft.com/office/drawing/2014/main" id="{C024DCDB-C6BF-455E-AAB8-EAF9DAB302A1}"/>
              </a:ext>
            </a:extLst>
          </p:cNvPr>
          <p:cNvSpPr/>
          <p:nvPr userDrawn="1"/>
        </p:nvSpPr>
        <p:spPr>
          <a:xfrm rot="13500000">
            <a:off x="-729899" y="-1215856"/>
            <a:ext cx="6043521" cy="8427077"/>
          </a:xfrm>
          <a:custGeom>
            <a:avLst/>
            <a:gdLst>
              <a:gd name="connsiteX0" fmla="*/ 6043521 w 6043521"/>
              <a:gd name="connsiteY0" fmla="*/ 4267535 h 8427077"/>
              <a:gd name="connsiteX1" fmla="*/ 1883979 w 6043521"/>
              <a:gd name="connsiteY1" fmla="*/ 8427077 h 8427077"/>
              <a:gd name="connsiteX2" fmla="*/ 0 w 6043521"/>
              <a:gd name="connsiteY2" fmla="*/ 8427077 h 8427077"/>
              <a:gd name="connsiteX3" fmla="*/ 0 w 6043521"/>
              <a:gd name="connsiteY3" fmla="*/ 1775986 h 8427077"/>
              <a:gd name="connsiteX4" fmla="*/ 1775985 w 6043521"/>
              <a:gd name="connsiteY4" fmla="*/ 0 h 84270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43521" h="8427077">
                <a:moveTo>
                  <a:pt x="6043521" y="4267535"/>
                </a:moveTo>
                <a:lnTo>
                  <a:pt x="1883979" y="8427077"/>
                </a:lnTo>
                <a:lnTo>
                  <a:pt x="0" y="8427077"/>
                </a:lnTo>
                <a:lnTo>
                  <a:pt x="0" y="1775986"/>
                </a:lnTo>
                <a:lnTo>
                  <a:pt x="1775985" y="0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fr-FR" noProof="0"/>
          </a:p>
        </p:txBody>
      </p:sp>
      <p:sp>
        <p:nvSpPr>
          <p:cNvPr id="32" name="Forme libre : Forme 31">
            <a:extLst>
              <a:ext uri="{FF2B5EF4-FFF2-40B4-BE49-F238E27FC236}">
                <a16:creationId xmlns:a16="http://schemas.microsoft.com/office/drawing/2014/main" id="{26AFB47A-5D51-4F9C-B01B-977CE5E3C093}"/>
              </a:ext>
            </a:extLst>
          </p:cNvPr>
          <p:cNvSpPr/>
          <p:nvPr userDrawn="1"/>
        </p:nvSpPr>
        <p:spPr>
          <a:xfrm rot="13500000">
            <a:off x="-1145231" y="-2123853"/>
            <a:ext cx="6043521" cy="9008880"/>
          </a:xfrm>
          <a:custGeom>
            <a:avLst/>
            <a:gdLst>
              <a:gd name="connsiteX0" fmla="*/ 6043521 w 6043521"/>
              <a:gd name="connsiteY0" fmla="*/ 4849338 h 9008880"/>
              <a:gd name="connsiteX1" fmla="*/ 1883979 w 6043521"/>
              <a:gd name="connsiteY1" fmla="*/ 9008880 h 9008880"/>
              <a:gd name="connsiteX2" fmla="*/ 0 w 6043521"/>
              <a:gd name="connsiteY2" fmla="*/ 9008880 h 9008880"/>
              <a:gd name="connsiteX3" fmla="*/ 0 w 6043521"/>
              <a:gd name="connsiteY3" fmla="*/ 1194182 h 9008880"/>
              <a:gd name="connsiteX4" fmla="*/ 1194182 w 6043521"/>
              <a:gd name="connsiteY4" fmla="*/ 0 h 90088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43521" h="9008880">
                <a:moveTo>
                  <a:pt x="6043521" y="4849338"/>
                </a:moveTo>
                <a:lnTo>
                  <a:pt x="1883979" y="9008880"/>
                </a:lnTo>
                <a:lnTo>
                  <a:pt x="0" y="9008880"/>
                </a:lnTo>
                <a:lnTo>
                  <a:pt x="0" y="1194182"/>
                </a:lnTo>
                <a:lnTo>
                  <a:pt x="1194182" y="0"/>
                </a:lnTo>
                <a:close/>
              </a:path>
            </a:pathLst>
          </a:custGeom>
          <a:pattFill prst="wdDnDiag">
            <a:fgClr>
              <a:schemeClr val="accent1">
                <a:lumMod val="60000"/>
                <a:lumOff val="40000"/>
              </a:schemeClr>
            </a:fgClr>
            <a:bgClr>
              <a:schemeClr val="accent2">
                <a:lumMod val="50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fr-FR" noProof="0"/>
          </a:p>
        </p:txBody>
      </p:sp>
      <p:sp>
        <p:nvSpPr>
          <p:cNvPr id="30" name="Forme libre : Forme 29">
            <a:extLst>
              <a:ext uri="{FF2B5EF4-FFF2-40B4-BE49-F238E27FC236}">
                <a16:creationId xmlns:a16="http://schemas.microsoft.com/office/drawing/2014/main" id="{6997A4FF-7390-4173-8ACD-6CF7145AACEC}"/>
              </a:ext>
            </a:extLst>
          </p:cNvPr>
          <p:cNvSpPr/>
          <p:nvPr userDrawn="1"/>
        </p:nvSpPr>
        <p:spPr>
          <a:xfrm rot="18900000" flipH="1">
            <a:off x="-2681153" y="-465959"/>
            <a:ext cx="8639119" cy="5739762"/>
          </a:xfrm>
          <a:custGeom>
            <a:avLst/>
            <a:gdLst>
              <a:gd name="connsiteX0" fmla="*/ 3789781 w 8639119"/>
              <a:gd name="connsiteY0" fmla="*/ 0 h 5739762"/>
              <a:gd name="connsiteX1" fmla="*/ 0 w 8639119"/>
              <a:gd name="connsiteY1" fmla="*/ 3789782 h 5739762"/>
              <a:gd name="connsiteX2" fmla="*/ 0 w 8639119"/>
              <a:gd name="connsiteY2" fmla="*/ 5739761 h 5739762"/>
              <a:gd name="connsiteX3" fmla="*/ 7748695 w 8639119"/>
              <a:gd name="connsiteY3" fmla="*/ 5739762 h 5739762"/>
              <a:gd name="connsiteX4" fmla="*/ 8639119 w 8639119"/>
              <a:gd name="connsiteY4" fmla="*/ 4849338 h 57397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639119" h="5739762">
                <a:moveTo>
                  <a:pt x="3789781" y="0"/>
                </a:moveTo>
                <a:lnTo>
                  <a:pt x="0" y="3789782"/>
                </a:lnTo>
                <a:lnTo>
                  <a:pt x="0" y="5739761"/>
                </a:lnTo>
                <a:lnTo>
                  <a:pt x="7748695" y="5739762"/>
                </a:lnTo>
                <a:lnTo>
                  <a:pt x="8639119" y="4849338"/>
                </a:lnTo>
                <a:close/>
              </a:path>
            </a:pathLst>
          </a:custGeom>
          <a:solidFill>
            <a:schemeClr val="accent1">
              <a:lumMod val="50000"/>
              <a:alpha val="51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12185180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761B0E15-6FC5-434E-8780-B186D9DB0C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8204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A9C7B128-34F3-405C-B601-8BAFDB4349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8204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F5A7754-E8C7-438B-922D-9027C6CF58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12500" y="6356350"/>
            <a:ext cx="660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C263D6C4-4840-40CC-AC84-17E24B3B7BDE}" type="slidenum">
              <a:rPr lang="fr-FR" noProof="0" smtClean="0"/>
              <a:t>‹N°›</a:t>
            </a:fld>
            <a:endParaRPr lang="fr-FR" noProof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CDDDB7D-9189-9548-A2B9-81DC62C3C1A3}"/>
              </a:ext>
            </a:extLst>
          </p:cNvPr>
          <p:cNvSpPr/>
          <p:nvPr userDrawn="1"/>
        </p:nvSpPr>
        <p:spPr>
          <a:xfrm>
            <a:off x="0" y="1"/>
            <a:ext cx="12192000" cy="685799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7" name="Forme libre : Forme 9">
            <a:extLst>
              <a:ext uri="{FF2B5EF4-FFF2-40B4-BE49-F238E27FC236}">
                <a16:creationId xmlns:a16="http://schemas.microsoft.com/office/drawing/2014/main" id="{096D8877-6B4A-4540-8927-767DD7401718}"/>
              </a:ext>
            </a:extLst>
          </p:cNvPr>
          <p:cNvSpPr/>
          <p:nvPr userDrawn="1"/>
        </p:nvSpPr>
        <p:spPr>
          <a:xfrm>
            <a:off x="0" y="1"/>
            <a:ext cx="12192001" cy="6857999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fr-FR" noProof="0"/>
          </a:p>
        </p:txBody>
      </p:sp>
      <p:sp>
        <p:nvSpPr>
          <p:cNvPr id="8" name="Forme libre : Forme 17">
            <a:extLst>
              <a:ext uri="{FF2B5EF4-FFF2-40B4-BE49-F238E27FC236}">
                <a16:creationId xmlns:a16="http://schemas.microsoft.com/office/drawing/2014/main" id="{5AF2E123-FE0F-8541-8E36-5030C450AA7E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fr-FR" noProof="0"/>
          </a:p>
        </p:txBody>
      </p:sp>
      <p:sp>
        <p:nvSpPr>
          <p:cNvPr id="9" name="Forme libre : Forme 11">
            <a:extLst>
              <a:ext uri="{FF2B5EF4-FFF2-40B4-BE49-F238E27FC236}">
                <a16:creationId xmlns:a16="http://schemas.microsoft.com/office/drawing/2014/main" id="{E5519D99-3B68-924A-9CD0-14B911711CA8}"/>
              </a:ext>
            </a:extLst>
          </p:cNvPr>
          <p:cNvSpPr/>
          <p:nvPr userDrawn="1"/>
        </p:nvSpPr>
        <p:spPr>
          <a:xfrm rot="16200000" flipV="1">
            <a:off x="2664629" y="-2669372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10" name="Forme libre : Forme 7">
            <a:extLst>
              <a:ext uri="{FF2B5EF4-FFF2-40B4-BE49-F238E27FC236}">
                <a16:creationId xmlns:a16="http://schemas.microsoft.com/office/drawing/2014/main" id="{A09E21A9-FBEF-144C-A152-FE484F3C55C1}"/>
              </a:ext>
            </a:extLst>
          </p:cNvPr>
          <p:cNvSpPr/>
          <p:nvPr userDrawn="1"/>
        </p:nvSpPr>
        <p:spPr>
          <a:xfrm rot="16200000" flipV="1">
            <a:off x="2664629" y="-2669372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11" name="Titre 1">
            <a:extLst>
              <a:ext uri="{FF2B5EF4-FFF2-40B4-BE49-F238E27FC236}">
                <a16:creationId xmlns:a16="http://schemas.microsoft.com/office/drawing/2014/main" id="{70C7F2CB-A8CE-1545-A08D-93592C4BAEEA}"/>
              </a:ext>
            </a:extLst>
          </p:cNvPr>
          <p:cNvSpPr txBox="1">
            <a:spLocks/>
          </p:cNvSpPr>
          <p:nvPr userDrawn="1"/>
        </p:nvSpPr>
        <p:spPr>
          <a:xfrm>
            <a:off x="444500" y="542925"/>
            <a:ext cx="11214100" cy="535531"/>
          </a:xfrm>
          <a:prstGeom prst="rect">
            <a:avLst/>
          </a:prstGeom>
        </p:spPr>
        <p:txBody>
          <a:bodyPr vert="horz" wrap="square" lIns="91440" tIns="45720" rIns="91440" bIns="4572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GB" sz="3200" b="1" kern="1200" spc="-70" baseline="0" dirty="0">
                <a:solidFill>
                  <a:schemeClr val="bg1"/>
                </a:solidFill>
                <a:latin typeface="Trebuchet MS" panose="020B0603020202020204" pitchFamily="34" charset="0"/>
                <a:ea typeface="+mj-ea"/>
                <a:cs typeface="+mj-cs"/>
              </a:defRPr>
            </a:lvl1pPr>
          </a:lstStyle>
          <a:p>
            <a:pPr rtl="0"/>
            <a:r>
              <a:rPr lang="fr-FR" noProof="0">
                <a:latin typeface="+mj-lt"/>
              </a:rPr>
              <a:t>Modifiez le style du titre</a:t>
            </a:r>
          </a:p>
        </p:txBody>
      </p:sp>
      <p:grpSp>
        <p:nvGrpSpPr>
          <p:cNvPr id="12" name="Groupe 11">
            <a:extLst>
              <a:ext uri="{FF2B5EF4-FFF2-40B4-BE49-F238E27FC236}">
                <a16:creationId xmlns:a16="http://schemas.microsoft.com/office/drawing/2014/main" id="{7068FCE4-1B47-3C4B-B091-013120A97D09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3" name="Forme libre : Forme 15">
              <a:extLst>
                <a:ext uri="{FF2B5EF4-FFF2-40B4-BE49-F238E27FC236}">
                  <a16:creationId xmlns:a16="http://schemas.microsoft.com/office/drawing/2014/main" id="{FEC3FDE7-F27E-5E4E-8752-287CAB7792D4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fr-FR" noProof="0"/>
            </a:p>
          </p:txBody>
        </p:sp>
        <p:sp>
          <p:nvSpPr>
            <p:cNvPr id="14" name="Forme libre : Forme 16">
              <a:extLst>
                <a:ext uri="{FF2B5EF4-FFF2-40B4-BE49-F238E27FC236}">
                  <a16:creationId xmlns:a16="http://schemas.microsoft.com/office/drawing/2014/main" id="{81C902DB-0D21-5044-82B6-9E7A70A1BF62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fr-FR" noProof="0"/>
            </a:p>
          </p:txBody>
        </p:sp>
      </p:grpSp>
      <p:grpSp>
        <p:nvGrpSpPr>
          <p:cNvPr id="15" name="Groupe 14">
            <a:extLst>
              <a:ext uri="{FF2B5EF4-FFF2-40B4-BE49-F238E27FC236}">
                <a16:creationId xmlns:a16="http://schemas.microsoft.com/office/drawing/2014/main" id="{BE1E08A0-195D-694F-947B-986A76FBB93E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6" name="Rectangle : Coin rogné 18">
              <a:extLst>
                <a:ext uri="{FF2B5EF4-FFF2-40B4-BE49-F238E27FC236}">
                  <a16:creationId xmlns:a16="http://schemas.microsoft.com/office/drawing/2014/main" id="{ED5DFFCD-1EE3-E64E-B51F-BD7D72413E0B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chemeClr val="accent5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fr-FR" noProof="0"/>
            </a:p>
          </p:txBody>
        </p:sp>
        <p:sp>
          <p:nvSpPr>
            <p:cNvPr id="17" name="Rectangle : Coin rogné 2">
              <a:extLst>
                <a:ext uri="{FF2B5EF4-FFF2-40B4-BE49-F238E27FC236}">
                  <a16:creationId xmlns:a16="http://schemas.microsoft.com/office/drawing/2014/main" id="{C12DB3CA-8E64-AA43-BFBE-A2CA9A816DBE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fr-FR" noProof="0"/>
            </a:p>
          </p:txBody>
        </p:sp>
      </p:grpSp>
      <p:sp>
        <p:nvSpPr>
          <p:cNvPr id="18" name="Forme libre : Forme 23">
            <a:extLst>
              <a:ext uri="{FF2B5EF4-FFF2-40B4-BE49-F238E27FC236}">
                <a16:creationId xmlns:a16="http://schemas.microsoft.com/office/drawing/2014/main" id="{A587DEFD-D470-4142-8E0D-A71DDB147C92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19" name="Espace réservé du numéro de diapositive 4">
            <a:extLst>
              <a:ext uri="{FF2B5EF4-FFF2-40B4-BE49-F238E27FC236}">
                <a16:creationId xmlns:a16="http://schemas.microsoft.com/office/drawing/2014/main" id="{7D9BF857-7910-734D-A217-5E3344220AA2}"/>
              </a:ext>
            </a:extLst>
          </p:cNvPr>
          <p:cNvSpPr txBox="1">
            <a:spLocks/>
          </p:cNvSpPr>
          <p:nvPr userDrawn="1"/>
        </p:nvSpPr>
        <p:spPr>
          <a:xfrm>
            <a:off x="11252200" y="6315075"/>
            <a:ext cx="406400" cy="365125"/>
          </a:xfrm>
          <a:prstGeom prst="rect">
            <a:avLst/>
          </a:prstGeom>
        </p:spPr>
        <p:txBody>
          <a:bodyPr rtlCol="0"/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bg1"/>
                </a:solidFill>
                <a:latin typeface="Trade Gothic LT Pro" panose="020B05030403030200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rtl="0"/>
            <a:fld id="{C263D6C4-4840-40CC-AC84-17E24B3B7BDE}" type="slidenum">
              <a:rPr lang="fr-FR" noProof="0" smtClean="0"/>
              <a:pPr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6660933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60" r:id="rId3"/>
    <p:sldLayoutId id="2147483666" r:id="rId4"/>
    <p:sldLayoutId id="2147483654" r:id="rId5"/>
    <p:sldLayoutId id="2147483661" r:id="rId6"/>
    <p:sldLayoutId id="2147483674" r:id="rId7"/>
    <p:sldLayoutId id="2147483665" r:id="rId8"/>
    <p:sldLayoutId id="2147483673" r:id="rId9"/>
    <p:sldLayoutId id="2147483662" r:id="rId10"/>
    <p:sldLayoutId id="2147483663" r:id="rId11"/>
    <p:sldLayoutId id="2147483664" r:id="rId12"/>
    <p:sldLayoutId id="2147483675" r:id="rId13"/>
    <p:sldLayoutId id="2147483676" r:id="rId14"/>
    <p:sldLayoutId id="2147483672" r:id="rId15"/>
    <p:sldLayoutId id="2147483667" r:id="rId16"/>
    <p:sldLayoutId id="2147483668" r:id="rId17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336" userDrawn="1">
          <p15:clr>
            <a:srgbClr val="F26B43"/>
          </p15:clr>
        </p15:guide>
        <p15:guide id="4" orient="horz" pos="336" userDrawn="1">
          <p15:clr>
            <a:srgbClr val="F26B43"/>
          </p15:clr>
        </p15:guide>
        <p15:guide id="5" pos="7344" userDrawn="1">
          <p15:clr>
            <a:srgbClr val="F26B43"/>
          </p15:clr>
        </p15:guide>
        <p15:guide id="6" orient="horz" pos="3984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32BE5BF-9922-45FB-8F3F-4446D40A05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61488" y="2974185"/>
            <a:ext cx="7077456" cy="1243584"/>
          </a:xfrm>
        </p:spPr>
        <p:txBody>
          <a:bodyPr rtlCol="0"/>
          <a:lstStyle/>
          <a:p>
            <a:pPr algn="ctr" rtl="0"/>
            <a:r>
              <a:rPr lang="fr-FR" dirty="0">
                <a:latin typeface="Aptos" panose="020B0004020202020204" pitchFamily="34" charset="0"/>
              </a:rPr>
              <a:t>Présentation de Projet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0D537F64-4C96-4AA8-BB21-E8053A3186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25384" y="4217769"/>
            <a:ext cx="7077456" cy="868680"/>
          </a:xfrm>
        </p:spPr>
        <p:txBody>
          <a:bodyPr rtlCol="0"/>
          <a:lstStyle/>
          <a:p>
            <a:pPr marL="0" indent="0" rtl="0">
              <a:buNone/>
            </a:pPr>
            <a:r>
              <a:rPr lang="fr-FR" dirty="0"/>
              <a:t>Association Visseta</a:t>
            </a:r>
          </a:p>
        </p:txBody>
      </p:sp>
      <p:pic>
        <p:nvPicPr>
          <p:cNvPr id="4" name="Image3">
            <a:extLst>
              <a:ext uri="{FF2B5EF4-FFF2-40B4-BE49-F238E27FC236}">
                <a16:creationId xmlns:a16="http://schemas.microsoft.com/office/drawing/2014/main" id="{E6288DBD-94B1-9906-0CE7-28BF2D124BC4}"/>
              </a:ext>
            </a:extLst>
          </p:cNvPr>
          <p:cNvPicPr/>
          <p:nvPr/>
        </p:nvPicPr>
        <p:blipFill>
          <a:blip r:embed="rId3">
            <a:lum/>
            <a:alphaModFix/>
          </a:blip>
          <a:srcRect l="13596" t="25048" r="13807" b="27279"/>
          <a:stretch>
            <a:fillRect/>
          </a:stretch>
        </p:blipFill>
        <p:spPr>
          <a:xfrm>
            <a:off x="10088545" y="0"/>
            <a:ext cx="2103455" cy="783771"/>
          </a:xfrm>
          <a:prstGeom prst="rect">
            <a:avLst/>
          </a:prstGeom>
          <a:noFill/>
          <a:ln>
            <a:noFill/>
            <a:prstDash/>
          </a:ln>
        </p:spPr>
      </p:pic>
      <p:pic>
        <p:nvPicPr>
          <p:cNvPr id="5" name="Image 4" descr="Lycée Antoine Bourdelle | LinkedIn">
            <a:extLst>
              <a:ext uri="{FF2B5EF4-FFF2-40B4-BE49-F238E27FC236}">
                <a16:creationId xmlns:a16="http://schemas.microsoft.com/office/drawing/2014/main" id="{27766B2B-0F02-16BE-3B54-3D30DCC2C8D7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047750" cy="942975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7CE62C54-799F-730D-3259-F3EECD0D7CC0}"/>
              </a:ext>
            </a:extLst>
          </p:cNvPr>
          <p:cNvSpPr txBox="1"/>
          <p:nvPr/>
        </p:nvSpPr>
        <p:spPr>
          <a:xfrm>
            <a:off x="0" y="6390913"/>
            <a:ext cx="22179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chemeClr val="bg1"/>
                </a:solidFill>
              </a:rPr>
              <a:t>Descamps Anaël</a:t>
            </a:r>
          </a:p>
        </p:txBody>
      </p:sp>
    </p:spTree>
    <p:extLst>
      <p:ext uri="{BB962C8B-B14F-4D97-AF65-F5344CB8AC3E}">
        <p14:creationId xmlns:p14="http://schemas.microsoft.com/office/powerpoint/2010/main" val="3946934594"/>
      </p:ext>
    </p:extLst>
  </p:cSld>
  <p:clrMapOvr>
    <a:masterClrMapping/>
  </p:clrMapOvr>
  <p:transition spd="slow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>
            <a:extLst>
              <a:ext uri="{FF2B5EF4-FFF2-40B4-BE49-F238E27FC236}">
                <a16:creationId xmlns:a16="http://schemas.microsoft.com/office/drawing/2014/main" id="{E3BD8413-C238-49D7-A4E1-E8FEF1811A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fr-FR" dirty="0"/>
              <a:t>Sommaire</a:t>
            </a: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0B24BF10-2B55-43AB-9F77-F1A1410384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263D6C4-4840-40CC-AC84-17E24B3B7BDE}" type="slidenum">
              <a:rPr lang="fr-FR" smtClean="0"/>
              <a:pPr/>
              <a:t>2</a:t>
            </a:fld>
            <a:endParaRPr lang="fr-FR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0A95F4DE-39B7-4CE2-BC1E-8B8AE662A89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4500" y="1942376"/>
            <a:ext cx="11214099" cy="2973247"/>
          </a:xfrm>
        </p:spPr>
        <p:txBody>
          <a:bodyPr rtlCol="0"/>
          <a:lstStyle/>
          <a:p>
            <a:pPr marL="342900" indent="-342900" rtl="0">
              <a:buAutoNum type="arabicParenR"/>
            </a:pPr>
            <a:r>
              <a:rPr lang="fr-FR" sz="2000" dirty="0"/>
              <a:t>Diagrammes</a:t>
            </a:r>
          </a:p>
          <a:p>
            <a:pPr marL="342900" indent="-342900" rtl="0">
              <a:buAutoNum type="arabicParenR"/>
            </a:pPr>
            <a:r>
              <a:rPr lang="fr-FR" sz="2000" dirty="0"/>
              <a:t>Mesure et calcul de la tension</a:t>
            </a:r>
          </a:p>
          <a:p>
            <a:pPr marL="342900" indent="-342900" rtl="0">
              <a:buAutoNum type="arabicParenR"/>
            </a:pPr>
            <a:r>
              <a:rPr lang="fr-FR" sz="2000" dirty="0"/>
              <a:t>Site et codes</a:t>
            </a:r>
          </a:p>
          <a:p>
            <a:pPr marL="342900" indent="-342900" rtl="0">
              <a:buAutoNum type="arabicParenR"/>
            </a:pPr>
            <a:r>
              <a:rPr lang="fr-FR" sz="2000" dirty="0"/>
              <a:t>Schéma et routage</a:t>
            </a:r>
          </a:p>
          <a:p>
            <a:pPr marL="342900" indent="-342900" rtl="0">
              <a:buAutoNum type="arabicParenR"/>
            </a:pPr>
            <a:r>
              <a:rPr lang="fr-FR" sz="2000" dirty="0"/>
              <a:t>Assemblage</a:t>
            </a:r>
          </a:p>
          <a:p>
            <a:pPr marL="342900" indent="-342900" rtl="0">
              <a:buAutoNum type="arabicParenR"/>
            </a:pPr>
            <a:r>
              <a:rPr lang="fr-FR" sz="2000" dirty="0"/>
              <a:t>Problèmes rencontres </a:t>
            </a:r>
          </a:p>
          <a:p>
            <a:pPr marL="342900" indent="-342900" rtl="0">
              <a:buAutoNum type="arabicParenR"/>
            </a:pPr>
            <a:r>
              <a:rPr lang="fr-FR" sz="2000" dirty="0"/>
              <a:t>Conclusion</a:t>
            </a:r>
          </a:p>
        </p:txBody>
      </p:sp>
      <p:pic>
        <p:nvPicPr>
          <p:cNvPr id="3" name="Image3">
            <a:extLst>
              <a:ext uri="{FF2B5EF4-FFF2-40B4-BE49-F238E27FC236}">
                <a16:creationId xmlns:a16="http://schemas.microsoft.com/office/drawing/2014/main" id="{0E2C8BFF-5EF7-A4C9-FE63-64AD2DEB9075}"/>
              </a:ext>
            </a:extLst>
          </p:cNvPr>
          <p:cNvPicPr/>
          <p:nvPr/>
        </p:nvPicPr>
        <p:blipFill>
          <a:blip r:embed="rId3">
            <a:lum/>
            <a:alphaModFix/>
          </a:blip>
          <a:srcRect l="13596" t="25048" r="13807" b="27279"/>
          <a:stretch>
            <a:fillRect/>
          </a:stretch>
        </p:blipFill>
        <p:spPr>
          <a:xfrm>
            <a:off x="10088545" y="0"/>
            <a:ext cx="2103455" cy="783771"/>
          </a:xfrm>
          <a:prstGeom prst="rect">
            <a:avLst/>
          </a:prstGeom>
          <a:noFill/>
          <a:ln>
            <a:noFill/>
            <a:prstDash/>
          </a:ln>
        </p:spPr>
      </p:pic>
    </p:spTree>
    <p:extLst>
      <p:ext uri="{BB962C8B-B14F-4D97-AF65-F5344CB8AC3E}">
        <p14:creationId xmlns:p14="http://schemas.microsoft.com/office/powerpoint/2010/main" val="29027943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>
            <a:extLst>
              <a:ext uri="{FF2B5EF4-FFF2-40B4-BE49-F238E27FC236}">
                <a16:creationId xmlns:a16="http://schemas.microsoft.com/office/drawing/2014/main" id="{BD179B88-D43C-4A31-9A52-3498E94307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407753"/>
            <a:ext cx="11214100" cy="535531"/>
          </a:xfrm>
        </p:spPr>
        <p:txBody>
          <a:bodyPr rtlCol="0"/>
          <a:lstStyle/>
          <a:p>
            <a:pPr rtl="0"/>
            <a:r>
              <a:rPr lang="fr-FR" dirty="0"/>
              <a:t>1) Diagrammes</a:t>
            </a: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8B065C75-272B-4BB5-BA23-D80E8654D6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263D6C4-4840-40CC-AC84-17E24B3B7BDE}" type="slidenum">
              <a:rPr lang="fr-FR" smtClean="0"/>
              <a:pPr/>
              <a:t>3</a:t>
            </a:fld>
            <a:endParaRPr lang="fr-FR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DCDDBE65-9AB1-4989-AF86-726591A6A128}"/>
              </a:ext>
            </a:extLst>
          </p:cNvPr>
          <p:cNvSpPr>
            <a:spLocks noGrp="1"/>
          </p:cNvSpPr>
          <p:nvPr>
            <p:ph type="body" idx="4294967295"/>
          </p:nvPr>
        </p:nvSpPr>
        <p:spPr>
          <a:xfrm>
            <a:off x="444500" y="1534284"/>
            <a:ext cx="6802438" cy="366712"/>
          </a:xfrm>
        </p:spPr>
        <p:txBody>
          <a:bodyPr rtlCol="0">
            <a:normAutofit fontScale="85000" lnSpcReduction="20000"/>
          </a:bodyPr>
          <a:lstStyle/>
          <a:p>
            <a:pPr marL="0" indent="0" rtl="0">
              <a:buNone/>
            </a:pPr>
            <a:r>
              <a:rPr lang="fr-FR" dirty="0">
                <a:solidFill>
                  <a:schemeClr val="bg1"/>
                </a:solidFill>
              </a:rPr>
              <a:t>Cas d’utilisation et cas d’exigences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F0CB3B44-A56A-0F84-A876-1C7B1AB2AA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2081" y="2153576"/>
            <a:ext cx="5763582" cy="3563412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3BCA75F0-5A8C-AF43-B863-D4F1B50E74D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2784" y="2152560"/>
            <a:ext cx="5763582" cy="3564428"/>
          </a:xfrm>
          <a:prstGeom prst="rect">
            <a:avLst/>
          </a:prstGeom>
        </p:spPr>
      </p:pic>
      <p:pic>
        <p:nvPicPr>
          <p:cNvPr id="3" name="Image3">
            <a:extLst>
              <a:ext uri="{FF2B5EF4-FFF2-40B4-BE49-F238E27FC236}">
                <a16:creationId xmlns:a16="http://schemas.microsoft.com/office/drawing/2014/main" id="{C5FB0792-1BDB-54B5-D664-2235BD02FDC7}"/>
              </a:ext>
            </a:extLst>
          </p:cNvPr>
          <p:cNvPicPr/>
          <p:nvPr/>
        </p:nvPicPr>
        <p:blipFill>
          <a:blip r:embed="rId5">
            <a:lum/>
            <a:alphaModFix/>
          </a:blip>
          <a:srcRect l="13596" t="25048" r="13807" b="27279"/>
          <a:stretch>
            <a:fillRect/>
          </a:stretch>
        </p:blipFill>
        <p:spPr>
          <a:xfrm>
            <a:off x="10088545" y="0"/>
            <a:ext cx="2103455" cy="783771"/>
          </a:xfrm>
          <a:prstGeom prst="rect">
            <a:avLst/>
          </a:prstGeom>
          <a:noFill/>
          <a:ln>
            <a:noFill/>
            <a:prstDash/>
          </a:ln>
        </p:spPr>
      </p:pic>
    </p:spTree>
    <p:extLst>
      <p:ext uri="{BB962C8B-B14F-4D97-AF65-F5344CB8AC3E}">
        <p14:creationId xmlns:p14="http://schemas.microsoft.com/office/powerpoint/2010/main" val="7098287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>
            <a:extLst>
              <a:ext uri="{FF2B5EF4-FFF2-40B4-BE49-F238E27FC236}">
                <a16:creationId xmlns:a16="http://schemas.microsoft.com/office/drawing/2014/main" id="{220A0403-F08D-4CDF-ACFF-5C7793B1D2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/>
          <a:lstStyle/>
          <a:p>
            <a:r>
              <a:rPr lang="fr-FR" dirty="0"/>
              <a:t>2) Mesure et calcul de la tension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622B0D8D-84B3-689B-3AF0-4CEC6454B1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C263D6C4-4840-40CC-AC84-17E24B3B7BDE}" type="slidenum">
              <a:rPr lang="fr-FR" noProof="0" smtClean="0"/>
              <a:pPr rtl="0"/>
              <a:t>4</a:t>
            </a:fld>
            <a:endParaRPr lang="fr-FR" noProof="0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E22FD2FC-3598-3892-6CA0-0CDF8163C82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fr-FR" dirty="0"/>
              <a:t>Mesure de chaque gros composant utilisé sur la carte </a:t>
            </a:r>
          </a:p>
          <a:p>
            <a:pPr>
              <a:buFontTx/>
              <a:buChar char="-"/>
            </a:pPr>
            <a:r>
              <a:rPr lang="fr-FR" sz="1400" dirty="0"/>
              <a:t>Consommation max et min plus datasheet</a:t>
            </a:r>
          </a:p>
          <a:p>
            <a:r>
              <a:rPr lang="fr-FR" dirty="0"/>
              <a:t>Mesure de courant du premier moteur </a:t>
            </a: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DFA08E4F-2198-6352-BD9B-F4C95DF52F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51550" y="1235900"/>
            <a:ext cx="5811856" cy="2436585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EDD25736-22D6-C9FE-628C-510103EC00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00859" y="3709056"/>
            <a:ext cx="6691141" cy="2496543"/>
          </a:xfrm>
          <a:prstGeom prst="rect">
            <a:avLst/>
          </a:prstGeom>
        </p:spPr>
      </p:pic>
      <p:pic>
        <p:nvPicPr>
          <p:cNvPr id="2" name="Image3">
            <a:extLst>
              <a:ext uri="{FF2B5EF4-FFF2-40B4-BE49-F238E27FC236}">
                <a16:creationId xmlns:a16="http://schemas.microsoft.com/office/drawing/2014/main" id="{D74908F7-D1B7-6EB7-8BE1-7DBE338F3464}"/>
              </a:ext>
            </a:extLst>
          </p:cNvPr>
          <p:cNvPicPr/>
          <p:nvPr/>
        </p:nvPicPr>
        <p:blipFill>
          <a:blip r:embed="rId4">
            <a:lum/>
            <a:alphaModFix/>
          </a:blip>
          <a:srcRect l="13596" t="25048" r="13807" b="27279"/>
          <a:stretch>
            <a:fillRect/>
          </a:stretch>
        </p:blipFill>
        <p:spPr>
          <a:xfrm>
            <a:off x="10088545" y="0"/>
            <a:ext cx="2103455" cy="783771"/>
          </a:xfrm>
          <a:prstGeom prst="rect">
            <a:avLst/>
          </a:prstGeom>
          <a:noFill/>
          <a:ln>
            <a:noFill/>
            <a:prstDash/>
          </a:ln>
        </p:spPr>
      </p:pic>
    </p:spTree>
    <p:extLst>
      <p:ext uri="{BB962C8B-B14F-4D97-AF65-F5344CB8AC3E}">
        <p14:creationId xmlns:p14="http://schemas.microsoft.com/office/powerpoint/2010/main" val="3377811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44500" y="407753"/>
            <a:ext cx="11214100" cy="535531"/>
          </a:xfrm>
        </p:spPr>
        <p:txBody>
          <a:bodyPr rtlCol="0"/>
          <a:lstStyle/>
          <a:p>
            <a:pPr rtl="0"/>
            <a:r>
              <a:rPr lang="fr-FR" dirty="0"/>
              <a:t>3) Site et codes</a:t>
            </a:r>
          </a:p>
        </p:txBody>
      </p:sp>
      <p:sp>
        <p:nvSpPr>
          <p:cNvPr id="2" name="Numero diapo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263D6C4-4840-40CC-AC84-17E24B3B7BDE}" type="slidenum">
              <a:rPr lang="fr-FR" smtClean="0"/>
              <a:pPr/>
              <a:t>5</a:t>
            </a:fld>
            <a:endParaRPr lang="fr-FR"/>
          </a:p>
        </p:txBody>
      </p:sp>
      <p:sp>
        <p:nvSpPr>
          <p:cNvPr id="5" name="Contenu"/>
          <p:cNvSpPr>
            <a:spLocks noGrp="1"/>
          </p:cNvSpPr>
          <p:nvPr>
            <p:ph type="body" sz="quarter" idx="13"/>
          </p:nvPr>
        </p:nvSpPr>
        <p:spPr>
          <a:xfrm>
            <a:off x="174155" y="1802271"/>
            <a:ext cx="11214099" cy="5365754"/>
          </a:xfrm>
        </p:spPr>
        <p:txBody>
          <a:bodyPr rtlCol="0"/>
          <a:lstStyle/>
          <a:p>
            <a:pPr marL="342900" indent="-342900" rtl="0"/>
            <a:r>
              <a:rPr lang="fr-FR" sz="1800" b="1" dirty="0">
                <a:solidFill>
                  <a:schemeClr val="bg1"/>
                </a:solidFill>
              </a:rPr>
              <a:t>Interface web embarquee (IHM)</a:t>
            </a:r>
          </a:p>
          <a:p>
            <a:pPr marL="685800" indent="-342900" rtl="0">
              <a:buChar char="-"/>
            </a:pPr>
            <a:r>
              <a:rPr lang="fr-FR" sz="1600" dirty="0">
                <a:solidFill>
                  <a:schemeClr val="bg1"/>
                </a:solidFill>
              </a:rPr>
              <a:t>Page HTML hebergee directement sur l’ESP32</a:t>
            </a:r>
          </a:p>
          <a:p>
            <a:pPr marL="685800" indent="-342900" rtl="0">
              <a:buChar char="-"/>
            </a:pPr>
            <a:r>
              <a:rPr lang="fr-FR" sz="1600" dirty="0">
                <a:solidFill>
                  <a:schemeClr val="bg1"/>
                </a:solidFill>
              </a:rPr>
              <a:t>L’ESP32 cree son propre reseau Wi-Fi connexion directement depuis un téléphone</a:t>
            </a:r>
          </a:p>
          <a:p>
            <a:pPr marL="685800" indent="-342900" rtl="0">
              <a:buChar char="-"/>
            </a:pPr>
            <a:r>
              <a:rPr lang="fr-FR" sz="1600" dirty="0">
                <a:solidFill>
                  <a:schemeClr val="bg1"/>
                </a:solidFill>
              </a:rPr>
              <a:t>Affichage en temps reel : </a:t>
            </a:r>
            <a:r>
              <a:rPr lang="fr-FR" sz="1600" dirty="0">
                <a:solidFill>
                  <a:srgbClr val="FF0000"/>
                </a:solidFill>
              </a:rPr>
              <a:t>hauteur d’eau, tension batterie, courant solaire, position vanne</a:t>
            </a:r>
          </a:p>
          <a:p>
            <a:pPr marL="685800" indent="-342900" rtl="0">
              <a:buChar char="-"/>
            </a:pPr>
            <a:r>
              <a:rPr lang="fr-FR" sz="1600" dirty="0">
                <a:solidFill>
                  <a:schemeClr val="bg1"/>
                </a:solidFill>
              </a:rPr>
              <a:t>Envoi des donnees vers ThingSpeak toutes les 15 secondes</a:t>
            </a: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02D3288D-7D97-DB38-42F5-6811E9DF2773}"/>
              </a:ext>
            </a:extLst>
          </p:cNvPr>
          <p:cNvPicPr/>
          <p:nvPr/>
        </p:nvPicPr>
        <p:blipFill>
          <a:blip r:embed="rId2">
            <a:lum/>
            <a:alphaModFix/>
          </a:blip>
          <a:srcRect/>
          <a:stretch>
            <a:fillRect/>
          </a:stretch>
        </p:blipFill>
        <p:spPr>
          <a:xfrm>
            <a:off x="9372764" y="1496242"/>
            <a:ext cx="2015490" cy="4358005"/>
          </a:xfrm>
          <a:prstGeom prst="rect">
            <a:avLst/>
          </a:prstGeom>
          <a:noFill/>
          <a:ln>
            <a:noFill/>
            <a:prstDash/>
          </a:ln>
        </p:spPr>
      </p:pic>
      <p:pic>
        <p:nvPicPr>
          <p:cNvPr id="6" name="Image9">
            <a:extLst>
              <a:ext uri="{FF2B5EF4-FFF2-40B4-BE49-F238E27FC236}">
                <a16:creationId xmlns:a16="http://schemas.microsoft.com/office/drawing/2014/main" id="{39EBA24D-1806-9CF1-29F9-E6436A7FBB07}"/>
              </a:ext>
            </a:extLst>
          </p:cNvPr>
          <p:cNvPicPr/>
          <p:nvPr/>
        </p:nvPicPr>
        <p:blipFill>
          <a:blip r:embed="rId3">
            <a:lum/>
            <a:alphaModFix/>
          </a:blip>
          <a:srcRect r="22768"/>
          <a:stretch>
            <a:fillRect/>
          </a:stretch>
        </p:blipFill>
        <p:spPr>
          <a:xfrm>
            <a:off x="4155162" y="3587781"/>
            <a:ext cx="3252084" cy="3182755"/>
          </a:xfrm>
          <a:prstGeom prst="rect">
            <a:avLst/>
          </a:prstGeom>
          <a:noFill/>
          <a:ln>
            <a:noFill/>
            <a:prstDash/>
          </a:ln>
        </p:spPr>
      </p:pic>
      <p:pic>
        <p:nvPicPr>
          <p:cNvPr id="7" name="Image3">
            <a:extLst>
              <a:ext uri="{FF2B5EF4-FFF2-40B4-BE49-F238E27FC236}">
                <a16:creationId xmlns:a16="http://schemas.microsoft.com/office/drawing/2014/main" id="{42FFAD90-61C5-F78D-92BD-65C5C03026A4}"/>
              </a:ext>
            </a:extLst>
          </p:cNvPr>
          <p:cNvPicPr/>
          <p:nvPr/>
        </p:nvPicPr>
        <p:blipFill>
          <a:blip r:embed="rId4">
            <a:lum/>
            <a:alphaModFix/>
          </a:blip>
          <a:srcRect l="13596" t="25048" r="13807" b="27279"/>
          <a:stretch>
            <a:fillRect/>
          </a:stretch>
        </p:blipFill>
        <p:spPr>
          <a:xfrm>
            <a:off x="10088545" y="0"/>
            <a:ext cx="2103455" cy="783771"/>
          </a:xfrm>
          <a:prstGeom prst="rect">
            <a:avLst/>
          </a:prstGeom>
          <a:noFill/>
          <a:ln>
            <a:noFill/>
            <a:prstDash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>
            <a:extLst>
              <a:ext uri="{FF2B5EF4-FFF2-40B4-BE49-F238E27FC236}">
                <a16:creationId xmlns:a16="http://schemas.microsoft.com/office/drawing/2014/main" id="{002B1A51-0F48-A4D8-99E7-F737CCDEF1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3) Site et codes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B76FC3BC-F03A-C119-2E1D-533EDAF1D4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C263D6C4-4840-40CC-AC84-17E24B3B7BDE}" type="slidenum">
              <a:rPr lang="fr-FR" noProof="0" smtClean="0"/>
              <a:pPr rtl="0"/>
              <a:t>6</a:t>
            </a:fld>
            <a:endParaRPr lang="fr-FR" noProof="0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1A4C90AA-8285-62FA-9A71-3FDFEC59724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61620" y="1601531"/>
            <a:ext cx="6718300" cy="4093243"/>
          </a:xfrm>
        </p:spPr>
        <p:txBody>
          <a:bodyPr/>
          <a:lstStyle/>
          <a:p>
            <a:pPr marL="342900" indent="-342900"/>
            <a:r>
              <a:rPr lang="fr-FR" sz="1800" b="1" dirty="0"/>
              <a:t>Assemblage des codes (Micro Python)</a:t>
            </a:r>
          </a:p>
          <a:p>
            <a:pPr marL="685800" indent="-342900">
              <a:buChar char="-"/>
            </a:pPr>
            <a:r>
              <a:rPr lang="fr-FR" dirty="0"/>
              <a:t>Intégration du code Lidar de Jessy dans le programme principal</a:t>
            </a:r>
          </a:p>
          <a:p>
            <a:pPr marL="685800" indent="-342900">
              <a:buChar char="-"/>
            </a:pPr>
            <a:r>
              <a:rPr lang="fr-FR" dirty="0"/>
              <a:t>Programme de test modulaire : validation de chaque sous-ensemble indépendamment</a:t>
            </a:r>
          </a:p>
          <a:p>
            <a:pPr marL="685800" indent="-342900">
              <a:buChar char="-"/>
            </a:pPr>
            <a:r>
              <a:rPr lang="fr-FR" dirty="0"/>
              <a:t>Algorigramme</a:t>
            </a:r>
          </a:p>
          <a:p>
            <a:pPr marL="0" indent="0">
              <a:buNone/>
            </a:pPr>
            <a:endParaRPr lang="fr-FR" dirty="0"/>
          </a:p>
        </p:txBody>
      </p:sp>
      <p:pic>
        <p:nvPicPr>
          <p:cNvPr id="6" name="Image10">
            <a:extLst>
              <a:ext uri="{FF2B5EF4-FFF2-40B4-BE49-F238E27FC236}">
                <a16:creationId xmlns:a16="http://schemas.microsoft.com/office/drawing/2014/main" id="{9DFEBD3E-0D2F-3919-EC23-91AB697611F5}"/>
              </a:ext>
            </a:extLst>
          </p:cNvPr>
          <p:cNvPicPr/>
          <p:nvPr/>
        </p:nvPicPr>
        <p:blipFill>
          <a:blip r:embed="rId2">
            <a:lum/>
            <a:alphaModFix/>
          </a:blip>
          <a:srcRect/>
          <a:stretch>
            <a:fillRect/>
          </a:stretch>
        </p:blipFill>
        <p:spPr>
          <a:xfrm>
            <a:off x="5836257" y="2764757"/>
            <a:ext cx="5415943" cy="4093243"/>
          </a:xfrm>
          <a:prstGeom prst="rect">
            <a:avLst/>
          </a:prstGeom>
          <a:noFill/>
          <a:ln>
            <a:noFill/>
            <a:prstDash/>
          </a:ln>
        </p:spPr>
      </p:pic>
      <p:pic>
        <p:nvPicPr>
          <p:cNvPr id="7" name="Image3">
            <a:extLst>
              <a:ext uri="{FF2B5EF4-FFF2-40B4-BE49-F238E27FC236}">
                <a16:creationId xmlns:a16="http://schemas.microsoft.com/office/drawing/2014/main" id="{8025A8A9-ACD7-0E78-4FF2-7826C7DE7843}"/>
              </a:ext>
            </a:extLst>
          </p:cNvPr>
          <p:cNvPicPr/>
          <p:nvPr/>
        </p:nvPicPr>
        <p:blipFill>
          <a:blip r:embed="rId3">
            <a:lum/>
            <a:alphaModFix/>
          </a:blip>
          <a:srcRect l="13596" t="25048" r="13807" b="27279"/>
          <a:stretch>
            <a:fillRect/>
          </a:stretch>
        </p:blipFill>
        <p:spPr>
          <a:xfrm>
            <a:off x="10088545" y="0"/>
            <a:ext cx="2103455" cy="783771"/>
          </a:xfrm>
          <a:prstGeom prst="rect">
            <a:avLst/>
          </a:prstGeom>
          <a:noFill/>
          <a:ln>
            <a:noFill/>
            <a:prstDash/>
          </a:ln>
        </p:spPr>
      </p:pic>
    </p:spTree>
    <p:extLst>
      <p:ext uri="{BB962C8B-B14F-4D97-AF65-F5344CB8AC3E}">
        <p14:creationId xmlns:p14="http://schemas.microsoft.com/office/powerpoint/2010/main" val="36204138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"/>
          <p:cNvSpPr>
            <a:spLocks noGrp="1"/>
          </p:cNvSpPr>
          <p:nvPr>
            <p:ph type="title"/>
          </p:nvPr>
        </p:nvSpPr>
        <p:spPr>
          <a:xfrm>
            <a:off x="444500" y="407753"/>
            <a:ext cx="11214100" cy="535531"/>
          </a:xfrm>
        </p:spPr>
        <p:txBody>
          <a:bodyPr rtlCol="0"/>
          <a:lstStyle/>
          <a:p>
            <a:pPr rtl="0"/>
            <a:r>
              <a:rPr lang="fr-FR" dirty="0"/>
              <a:t>4) Schema et routage</a:t>
            </a:r>
          </a:p>
        </p:txBody>
      </p:sp>
      <p:sp>
        <p:nvSpPr>
          <p:cNvPr id="2" name="Numero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263D6C4-4840-40CC-AC84-17E24B3B7BDE}" type="slidenum">
              <a:rPr lang="fr-FR" smtClean="0"/>
              <a:pPr rtl="0"/>
              <a:t>7</a:t>
            </a:fld>
            <a:endParaRPr lang="fr-FR"/>
          </a:p>
        </p:txBody>
      </p:sp>
      <p:sp>
        <p:nvSpPr>
          <p:cNvPr id="5" name="Contenu"/>
          <p:cNvSpPr>
            <a:spLocks noGrp="1"/>
          </p:cNvSpPr>
          <p:nvPr>
            <p:ph type="body" sz="quarter" idx="13"/>
          </p:nvPr>
        </p:nvSpPr>
        <p:spPr>
          <a:xfrm>
            <a:off x="261621" y="1601531"/>
            <a:ext cx="5834379" cy="5365754"/>
          </a:xfrm>
        </p:spPr>
        <p:txBody>
          <a:bodyPr rtlCol="0"/>
          <a:lstStyle/>
          <a:p>
            <a:pPr marL="342900" indent="-342900" rtl="0"/>
            <a:r>
              <a:rPr lang="fr-FR" sz="1800" b="1" dirty="0">
                <a:solidFill>
                  <a:schemeClr val="bg1"/>
                </a:solidFill>
              </a:rPr>
              <a:t>Saisie du schema (Proteus 8)</a:t>
            </a:r>
          </a:p>
          <a:p>
            <a:pPr marL="685800" indent="-342900" rtl="0">
              <a:buChar char="-"/>
            </a:pPr>
            <a:r>
              <a:rPr lang="fr-FR" sz="1600" dirty="0">
                <a:solidFill>
                  <a:schemeClr val="bg1"/>
                </a:solidFill>
              </a:rPr>
              <a:t>Protection contre l’inversion de polarite : MOSFET canal P (FDD4141)</a:t>
            </a:r>
          </a:p>
          <a:p>
            <a:pPr marL="685800" indent="-342900" rtl="0">
              <a:buChar char="-"/>
            </a:pPr>
            <a:r>
              <a:rPr lang="fr-FR" sz="1600" dirty="0">
                <a:solidFill>
                  <a:schemeClr val="bg1"/>
                </a:solidFill>
              </a:rPr>
              <a:t>Condensateurs de filtrage C8 (10 uF) et C9 (100 nF) : filtrage BF et HF</a:t>
            </a:r>
          </a:p>
          <a:p>
            <a:pPr marL="685800" indent="-342900">
              <a:buFont typeface="Arial" panose="020B0604020202020204" pitchFamily="34" charset="0"/>
              <a:buChar char="-"/>
            </a:pPr>
            <a:r>
              <a:rPr lang="fr-FR" sz="1600" dirty="0">
                <a:solidFill>
                  <a:schemeClr val="bg1"/>
                </a:solidFill>
              </a:rPr>
              <a:t>Module MPPT (TSR22450) : recharge batterie au point de puissance max du panneau</a:t>
            </a:r>
          </a:p>
          <a:p>
            <a:pPr marL="342900" indent="0" rtl="0">
              <a:buNone/>
            </a:pPr>
            <a:endParaRPr lang="fr-FR" sz="1600" dirty="0">
              <a:solidFill>
                <a:schemeClr val="bg1"/>
              </a:solidFill>
            </a:endParaRPr>
          </a:p>
        </p:txBody>
      </p:sp>
      <p:pic>
        <p:nvPicPr>
          <p:cNvPr id="3" name="Image3">
            <a:extLst>
              <a:ext uri="{FF2B5EF4-FFF2-40B4-BE49-F238E27FC236}">
                <a16:creationId xmlns:a16="http://schemas.microsoft.com/office/drawing/2014/main" id="{39F43569-A4E4-A5C1-B8A5-2C6D30801F13}"/>
              </a:ext>
            </a:extLst>
          </p:cNvPr>
          <p:cNvPicPr/>
          <p:nvPr/>
        </p:nvPicPr>
        <p:blipFill>
          <a:blip r:embed="rId2">
            <a:lum/>
            <a:alphaModFix/>
          </a:blip>
          <a:srcRect l="13596" t="25048" r="13807" b="27279"/>
          <a:stretch>
            <a:fillRect/>
          </a:stretch>
        </p:blipFill>
        <p:spPr>
          <a:xfrm>
            <a:off x="10088545" y="0"/>
            <a:ext cx="2103455" cy="783771"/>
          </a:xfrm>
          <a:prstGeom prst="rect">
            <a:avLst/>
          </a:prstGeom>
          <a:noFill/>
          <a:ln>
            <a:noFill/>
            <a:prstDash/>
          </a:ln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E4845AAD-C427-F923-BAF5-7EB8AEA9FD7C}"/>
              </a:ext>
            </a:extLst>
          </p:cNvPr>
          <p:cNvPicPr/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 rot="5400013">
            <a:off x="7621035" y="1098845"/>
            <a:ext cx="2739867" cy="3745252"/>
          </a:xfrm>
          <a:prstGeom prst="rect">
            <a:avLst/>
          </a:prstGeom>
          <a:noFill/>
          <a:ln>
            <a:noFill/>
            <a:prstDash/>
          </a:ln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A6BB7F24-E6CF-5AC3-17FA-E32C3AF2989C}"/>
              </a:ext>
            </a:extLst>
          </p:cNvPr>
          <p:cNvPicPr/>
          <p:nvPr/>
        </p:nvPicPr>
        <p:blipFill>
          <a:blip r:embed="rId4">
            <a:lum/>
            <a:alphaModFix/>
          </a:blip>
          <a:srcRect/>
          <a:stretch>
            <a:fillRect/>
          </a:stretch>
        </p:blipFill>
        <p:spPr>
          <a:xfrm rot="5400013">
            <a:off x="2275159" y="2745413"/>
            <a:ext cx="2416175" cy="4723130"/>
          </a:xfrm>
          <a:prstGeom prst="rect">
            <a:avLst/>
          </a:prstGeom>
          <a:noFill/>
          <a:ln>
            <a:noFill/>
            <a:prstDash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>
            <a:extLst>
              <a:ext uri="{FF2B5EF4-FFF2-40B4-BE49-F238E27FC236}">
                <a16:creationId xmlns:a16="http://schemas.microsoft.com/office/drawing/2014/main" id="{D2CA9C16-F0AC-E185-42C3-B5F3419B9B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4) Schema et routage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2FE459F9-2567-7DE4-A2A3-A4383C14DB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C263D6C4-4840-40CC-AC84-17E24B3B7BDE}" type="slidenum">
              <a:rPr lang="fr-FR" noProof="0" smtClean="0"/>
              <a:pPr rtl="0"/>
              <a:t>8</a:t>
            </a:fld>
            <a:endParaRPr lang="fr-FR" noProof="0"/>
          </a:p>
        </p:txBody>
      </p:sp>
      <p:sp>
        <p:nvSpPr>
          <p:cNvPr id="6" name="Espace réservé du texte 5">
            <a:extLst>
              <a:ext uri="{FF2B5EF4-FFF2-40B4-BE49-F238E27FC236}">
                <a16:creationId xmlns:a16="http://schemas.microsoft.com/office/drawing/2014/main" id="{60962B86-38E0-ECD0-2D8C-C804085C70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-190831" y="1985338"/>
            <a:ext cx="4675367" cy="4579079"/>
          </a:xfrm>
        </p:spPr>
        <p:txBody>
          <a:bodyPr/>
          <a:lstStyle/>
          <a:p>
            <a:pPr marL="685800" indent="-342900">
              <a:buChar char="-"/>
            </a:pPr>
            <a:r>
              <a:rPr lang="fr-FR" dirty="0"/>
              <a:t>Convertisseur ADC MCP3021 (I2C) : mesure tension batterie, VAIN = VBAT x 10k / (33k+10k)</a:t>
            </a:r>
          </a:p>
          <a:p>
            <a:pPr marL="685800" indent="-342900">
              <a:buChar char="-"/>
            </a:pPr>
            <a:r>
              <a:rPr lang="fr-FR" dirty="0"/>
              <a:t>LEDS et indicateurs visuels </a:t>
            </a: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B74DF4E9-180A-366D-05C8-26F3F3A529E9}"/>
              </a:ext>
            </a:extLst>
          </p:cNvPr>
          <p:cNvPicPr/>
          <p:nvPr/>
        </p:nvPicPr>
        <p:blipFill>
          <a:blip r:embed="rId2">
            <a:lum/>
            <a:alphaModFix/>
          </a:blip>
          <a:srcRect/>
          <a:stretch>
            <a:fillRect/>
          </a:stretch>
        </p:blipFill>
        <p:spPr>
          <a:xfrm rot="5400013">
            <a:off x="7460035" y="1058881"/>
            <a:ext cx="2456180" cy="4309110"/>
          </a:xfrm>
          <a:prstGeom prst="rect">
            <a:avLst/>
          </a:prstGeom>
          <a:noFill/>
          <a:ln>
            <a:noFill/>
            <a:prstDash/>
          </a:ln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B4C2532D-9B5A-D4BA-EA29-4B7A1866819E}"/>
              </a:ext>
            </a:extLst>
          </p:cNvPr>
          <p:cNvPicPr/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 rot="5400013">
            <a:off x="2120845" y="3294160"/>
            <a:ext cx="2498725" cy="4041775"/>
          </a:xfrm>
          <a:prstGeom prst="rect">
            <a:avLst/>
          </a:prstGeom>
          <a:noFill/>
          <a:ln>
            <a:noFill/>
            <a:prstDash/>
          </a:ln>
        </p:spPr>
      </p:pic>
    </p:spTree>
    <p:extLst>
      <p:ext uri="{BB962C8B-B14F-4D97-AF65-F5344CB8AC3E}">
        <p14:creationId xmlns:p14="http://schemas.microsoft.com/office/powerpoint/2010/main" val="23048925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3453B23-027D-6FFD-3B5A-83D011F072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4) Schema et routage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B8B63523-11A3-4729-2E7D-0FF45A3D73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C263D6C4-4840-40CC-AC84-17E24B3B7BDE}" type="slidenum">
              <a:rPr lang="fr-FR" noProof="0" smtClean="0"/>
              <a:pPr rtl="0"/>
              <a:t>9</a:t>
            </a:fld>
            <a:endParaRPr lang="fr-FR" noProof="0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125CFA3C-35FC-BEB4-5D1D-13B6FC5F61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-254442" y="1444649"/>
            <a:ext cx="7201072" cy="4579079"/>
          </a:xfrm>
        </p:spPr>
        <p:txBody>
          <a:bodyPr/>
          <a:lstStyle/>
          <a:p>
            <a:pPr marL="342900" indent="-342900"/>
            <a:r>
              <a:rPr lang="fr-FR" sz="1800" b="1" dirty="0"/>
              <a:t>	Routage PCB</a:t>
            </a:r>
          </a:p>
          <a:p>
            <a:pPr marL="685800" indent="-342900">
              <a:buChar char="-"/>
            </a:pPr>
            <a:r>
              <a:rPr lang="fr-FR" dirty="0"/>
              <a:t>Plusieurs plans de masse (VBAT, GND)</a:t>
            </a:r>
          </a:p>
          <a:p>
            <a:pPr marL="685800" indent="-342900">
              <a:buChar char="-"/>
            </a:pPr>
            <a:r>
              <a:rPr lang="fr-FR" dirty="0"/>
              <a:t>Routage final</a:t>
            </a:r>
          </a:p>
          <a:p>
            <a:pPr marL="342900"/>
            <a:endParaRPr lang="fr-FR" dirty="0"/>
          </a:p>
          <a:p>
            <a:endParaRPr lang="fr-FR" dirty="0"/>
          </a:p>
        </p:txBody>
      </p:sp>
      <p:pic>
        <p:nvPicPr>
          <p:cNvPr id="6" name="Image11">
            <a:extLst>
              <a:ext uri="{FF2B5EF4-FFF2-40B4-BE49-F238E27FC236}">
                <a16:creationId xmlns:a16="http://schemas.microsoft.com/office/drawing/2014/main" id="{03751F16-E16D-390D-F127-3A05C9053BF7}"/>
              </a:ext>
            </a:extLst>
          </p:cNvPr>
          <p:cNvPicPr/>
          <p:nvPr/>
        </p:nvPicPr>
        <p:blipFill>
          <a:blip r:embed="rId2">
            <a:lum/>
            <a:alphaModFix/>
          </a:blip>
          <a:srcRect/>
          <a:stretch>
            <a:fillRect/>
          </a:stretch>
        </p:blipFill>
        <p:spPr>
          <a:xfrm>
            <a:off x="2349229" y="2504964"/>
            <a:ext cx="4508770" cy="3342883"/>
          </a:xfrm>
          <a:prstGeom prst="rect">
            <a:avLst/>
          </a:prstGeom>
          <a:noFill/>
          <a:ln>
            <a:noFill/>
            <a:prstDash/>
          </a:ln>
        </p:spPr>
      </p:pic>
      <p:pic>
        <p:nvPicPr>
          <p:cNvPr id="7" name="Image12">
            <a:extLst>
              <a:ext uri="{FF2B5EF4-FFF2-40B4-BE49-F238E27FC236}">
                <a16:creationId xmlns:a16="http://schemas.microsoft.com/office/drawing/2014/main" id="{137E1956-1767-E9DD-5795-F8BEEFFA06B8}"/>
              </a:ext>
            </a:extLst>
          </p:cNvPr>
          <p:cNvPicPr/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6946630" y="2504963"/>
            <a:ext cx="4508770" cy="3342883"/>
          </a:xfrm>
          <a:prstGeom prst="rect">
            <a:avLst/>
          </a:prstGeom>
          <a:noFill/>
          <a:ln>
            <a:noFill/>
            <a:prstDash/>
          </a:ln>
        </p:spPr>
      </p:pic>
    </p:spTree>
    <p:extLst>
      <p:ext uri="{BB962C8B-B14F-4D97-AF65-F5344CB8AC3E}">
        <p14:creationId xmlns:p14="http://schemas.microsoft.com/office/powerpoint/2010/main" val="36225372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49A7AA4-FC79-1420-4EEC-9B4D2B972E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4) Schéma et routage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DCB83FA6-C723-2C56-062A-02EB319828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C263D6C4-4840-40CC-AC84-17E24B3B7BDE}" type="slidenum">
              <a:rPr lang="fr-FR" noProof="0" smtClean="0"/>
              <a:pPr rtl="0"/>
              <a:t>10</a:t>
            </a:fld>
            <a:endParaRPr lang="fr-FR" noProof="0"/>
          </a:p>
        </p:txBody>
      </p:sp>
      <p:pic>
        <p:nvPicPr>
          <p:cNvPr id="6" name="Image13">
            <a:extLst>
              <a:ext uri="{FF2B5EF4-FFF2-40B4-BE49-F238E27FC236}">
                <a16:creationId xmlns:a16="http://schemas.microsoft.com/office/drawing/2014/main" id="{5C393133-EF49-13A7-34F3-1611C853E44D}"/>
              </a:ext>
            </a:extLst>
          </p:cNvPr>
          <p:cNvPicPr/>
          <p:nvPr/>
        </p:nvPicPr>
        <p:blipFill>
          <a:blip r:embed="rId2">
            <a:lum/>
            <a:alphaModFix/>
          </a:blip>
          <a:srcRect/>
          <a:stretch>
            <a:fillRect/>
          </a:stretch>
        </p:blipFill>
        <p:spPr>
          <a:xfrm>
            <a:off x="939800" y="1565634"/>
            <a:ext cx="4924425" cy="4096385"/>
          </a:xfrm>
          <a:prstGeom prst="rect">
            <a:avLst/>
          </a:prstGeom>
          <a:noFill/>
          <a:ln>
            <a:noFill/>
            <a:prstDash/>
          </a:ln>
        </p:spPr>
      </p:pic>
      <p:pic>
        <p:nvPicPr>
          <p:cNvPr id="7" name="Image11">
            <a:extLst>
              <a:ext uri="{FF2B5EF4-FFF2-40B4-BE49-F238E27FC236}">
                <a16:creationId xmlns:a16="http://schemas.microsoft.com/office/drawing/2014/main" id="{DE1F7854-39D3-5B5B-1D5F-A144D69D3ACE}"/>
              </a:ext>
            </a:extLst>
          </p:cNvPr>
          <p:cNvPicPr/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6327775" y="1565634"/>
            <a:ext cx="4924425" cy="4096384"/>
          </a:xfrm>
          <a:prstGeom prst="rect">
            <a:avLst/>
          </a:prstGeom>
          <a:noFill/>
          <a:ln>
            <a:noFill/>
            <a:prstDash/>
          </a:ln>
        </p:spPr>
      </p:pic>
      <p:sp>
        <p:nvSpPr>
          <p:cNvPr id="8" name="ZoneTexte 7">
            <a:extLst>
              <a:ext uri="{FF2B5EF4-FFF2-40B4-BE49-F238E27FC236}">
                <a16:creationId xmlns:a16="http://schemas.microsoft.com/office/drawing/2014/main" id="{C2D04583-D9A9-A1FF-1D51-B9B9805DAC1C}"/>
              </a:ext>
            </a:extLst>
          </p:cNvPr>
          <p:cNvSpPr txBox="1"/>
          <p:nvPr/>
        </p:nvSpPr>
        <p:spPr>
          <a:xfrm>
            <a:off x="939800" y="5662018"/>
            <a:ext cx="49244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solidFill>
                  <a:schemeClr val="bg1"/>
                </a:solidFill>
              </a:rPr>
              <a:t>Mon routage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8447A3DC-6D52-6021-9C64-7CC75A0CF45B}"/>
              </a:ext>
            </a:extLst>
          </p:cNvPr>
          <p:cNvSpPr txBox="1"/>
          <p:nvPr/>
        </p:nvSpPr>
        <p:spPr>
          <a:xfrm>
            <a:off x="6327775" y="5662018"/>
            <a:ext cx="49244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solidFill>
                  <a:schemeClr val="bg1"/>
                </a:solidFill>
              </a:rPr>
              <a:t>Routage final (Théo)</a:t>
            </a:r>
          </a:p>
        </p:txBody>
      </p:sp>
    </p:spTree>
    <p:extLst>
      <p:ext uri="{BB962C8B-B14F-4D97-AF65-F5344CB8AC3E}">
        <p14:creationId xmlns:p14="http://schemas.microsoft.com/office/powerpoint/2010/main" val="33066910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"/>
          <p:cNvSpPr>
            <a:spLocks noGrp="1"/>
          </p:cNvSpPr>
          <p:nvPr>
            <p:ph type="title"/>
          </p:nvPr>
        </p:nvSpPr>
        <p:spPr>
          <a:xfrm>
            <a:off x="444500" y="407753"/>
            <a:ext cx="11214100" cy="535531"/>
          </a:xfrm>
        </p:spPr>
        <p:txBody>
          <a:bodyPr rtlCol="0"/>
          <a:lstStyle/>
          <a:p>
            <a:pPr rtl="0"/>
            <a:r>
              <a:rPr lang="fr-FR" dirty="0"/>
              <a:t>5) Assemblage de la carte</a:t>
            </a:r>
          </a:p>
        </p:txBody>
      </p:sp>
      <p:sp>
        <p:nvSpPr>
          <p:cNvPr id="2" name="Numero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263D6C4-4840-40CC-AC84-17E24B3B7BDE}" type="slidenum">
              <a:rPr lang="fr-FR" smtClean="0"/>
              <a:pPr rtl="0"/>
              <a:t>11</a:t>
            </a:fld>
            <a:endParaRPr lang="fr-FR"/>
          </a:p>
        </p:txBody>
      </p:sp>
      <p:sp>
        <p:nvSpPr>
          <p:cNvPr id="5" name="Contenu"/>
          <p:cNvSpPr>
            <a:spLocks noGrp="1"/>
          </p:cNvSpPr>
          <p:nvPr>
            <p:ph type="body" sz="quarter" idx="13"/>
          </p:nvPr>
        </p:nvSpPr>
        <p:spPr>
          <a:xfrm>
            <a:off x="444500" y="1094604"/>
            <a:ext cx="11214099" cy="5365754"/>
          </a:xfrm>
        </p:spPr>
        <p:txBody>
          <a:bodyPr rtlCol="0"/>
          <a:lstStyle/>
          <a:p>
            <a:pPr marL="342900" indent="-342900" rtl="0"/>
            <a:r>
              <a:rPr lang="fr-FR" sz="1800" b="1" dirty="0"/>
              <a:t>Realise dans les locaux de la Licence CPSE (materiel industriel)</a:t>
            </a:r>
          </a:p>
          <a:p>
            <a:pPr marL="685800" indent="-342900" rtl="0">
              <a:buChar char="-"/>
            </a:pPr>
            <a:r>
              <a:rPr lang="fr-FR" sz="1600" dirty="0"/>
              <a:t>Serigraphie de la pate a braser : pochoir acier, depot homogene a la raclette</a:t>
            </a:r>
          </a:p>
          <a:p>
            <a:pPr marL="685800" indent="-342900" rtl="0">
              <a:buChar char="-"/>
            </a:pPr>
            <a:r>
              <a:rPr lang="fr-FR" sz="1600" dirty="0"/>
              <a:t>Pose des composants : placeuse a aspiration (CMS) + placeuse automatique Pick &amp; Place (ESP32)</a:t>
            </a:r>
          </a:p>
          <a:p>
            <a:pPr marL="685800" indent="-342900" rtl="0">
              <a:buChar char="-"/>
            </a:pPr>
            <a:r>
              <a:rPr lang="fr-FR" sz="1600" dirty="0"/>
              <a:t>Refusion au four : profil thermique controle, pic ~250 degres C, refroidissement progressif</a:t>
            </a:r>
          </a:p>
          <a:p>
            <a:pPr marL="685800" indent="-342900" rtl="0">
              <a:buChar char="-"/>
            </a:pPr>
            <a:r>
              <a:rPr lang="fr-FR" sz="1600" dirty="0"/>
              <a:t>Inspection : loupe (ponts de soudure, soudures froides) + multimetre (tests de continuite)</a:t>
            </a:r>
          </a:p>
          <a:p>
            <a:pPr marL="685800" indent="-342900" rtl="0">
              <a:buChar char="-"/>
            </a:pPr>
            <a:r>
              <a:rPr lang="fr-FR" sz="1600" dirty="0"/>
              <a:t>Tests fonctionnels bloc par bloc : Lidar, driver moteur, MCP3021, serveur web</a:t>
            </a:r>
          </a:p>
          <a:p>
            <a:pPr marL="342900" indent="-342900" rtl="0"/>
            <a:r>
              <a:rPr lang="fr-FR" sz="1800" b="1" dirty="0"/>
              <a:t>De Gerber a carte fonctionnelle : une experience industrielle concrete</a:t>
            </a:r>
          </a:p>
        </p:txBody>
      </p:sp>
      <p:pic>
        <p:nvPicPr>
          <p:cNvPr id="3" name="Image3">
            <a:extLst>
              <a:ext uri="{FF2B5EF4-FFF2-40B4-BE49-F238E27FC236}">
                <a16:creationId xmlns:a16="http://schemas.microsoft.com/office/drawing/2014/main" id="{3BA7628B-65F9-BFF4-E7F4-97AEB55F4F23}"/>
              </a:ext>
            </a:extLst>
          </p:cNvPr>
          <p:cNvPicPr/>
          <p:nvPr/>
        </p:nvPicPr>
        <p:blipFill>
          <a:blip r:embed="rId2">
            <a:lum/>
            <a:alphaModFix/>
          </a:blip>
          <a:srcRect l="13596" t="25048" r="13807" b="27279"/>
          <a:stretch>
            <a:fillRect/>
          </a:stretch>
        </p:blipFill>
        <p:spPr>
          <a:xfrm>
            <a:off x="10088545" y="0"/>
            <a:ext cx="2103455" cy="783771"/>
          </a:xfrm>
          <a:prstGeom prst="rect">
            <a:avLst/>
          </a:prstGeom>
          <a:noFill/>
          <a:ln>
            <a:noFill/>
            <a:prstDash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"/>
          <p:cNvSpPr>
            <a:spLocks noGrp="1"/>
          </p:cNvSpPr>
          <p:nvPr>
            <p:ph type="title"/>
          </p:nvPr>
        </p:nvSpPr>
        <p:spPr>
          <a:xfrm>
            <a:off x="444500" y="407753"/>
            <a:ext cx="11214100" cy="535531"/>
          </a:xfrm>
        </p:spPr>
        <p:txBody>
          <a:bodyPr rtlCol="0"/>
          <a:lstStyle/>
          <a:p>
            <a:pPr rtl="0"/>
            <a:r>
              <a:rPr lang="fr-FR" dirty="0"/>
              <a:t>6) Problemes rencontres</a:t>
            </a:r>
          </a:p>
        </p:txBody>
      </p:sp>
      <p:sp>
        <p:nvSpPr>
          <p:cNvPr id="2" name="Numero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263D6C4-4840-40CC-AC84-17E24B3B7BDE}" type="slidenum">
              <a:rPr lang="fr-FR" smtClean="0"/>
              <a:pPr rtl="0"/>
              <a:t>12</a:t>
            </a:fld>
            <a:endParaRPr lang="fr-FR"/>
          </a:p>
        </p:txBody>
      </p:sp>
      <p:sp>
        <p:nvSpPr>
          <p:cNvPr id="5" name="Contenu"/>
          <p:cNvSpPr>
            <a:spLocks noGrp="1"/>
          </p:cNvSpPr>
          <p:nvPr>
            <p:ph type="body" sz="quarter" idx="13"/>
          </p:nvPr>
        </p:nvSpPr>
        <p:spPr>
          <a:xfrm>
            <a:off x="444500" y="1094604"/>
            <a:ext cx="11214099" cy="5365754"/>
          </a:xfrm>
        </p:spPr>
        <p:txBody>
          <a:bodyPr rtlCol="0"/>
          <a:lstStyle/>
          <a:p>
            <a:pPr marL="685800" indent="-342900" rtl="0">
              <a:buChar char="-"/>
            </a:pPr>
            <a:r>
              <a:rPr lang="fr-FR" sz="1700" b="1" dirty="0"/>
              <a:t>Inversion des sorties moteur OUT1A / OUT1B </a:t>
            </a:r>
            <a:r>
              <a:rPr lang="fr-FR" sz="1700" dirty="0"/>
              <a:t>→ moteur tournait dans le mauvais sens → correction dans le schema V2</a:t>
            </a:r>
          </a:p>
          <a:p>
            <a:pPr marL="685800" indent="-342900" rtl="0">
              <a:buChar char="-"/>
            </a:pPr>
            <a:r>
              <a:rPr lang="fr-FR" sz="1700" b="1" dirty="0"/>
              <a:t>Underscores oublies dans ESP_RESET et ESP_BOOT </a:t>
            </a:r>
            <a:r>
              <a:rPr lang="fr-FR" sz="1700" dirty="0"/>
              <a:t>→ liaisons coupees, programmation impossible → correction des labels</a:t>
            </a:r>
          </a:p>
          <a:p>
            <a:pPr marL="685800" indent="-342900" rtl="0">
              <a:buChar char="-"/>
            </a:pPr>
            <a:r>
              <a:rPr lang="fr-FR" sz="1700" b="1" dirty="0"/>
              <a:t>Broche 18 FT232RL non connectee au 3V3 </a:t>
            </a:r>
            <a:r>
              <a:rPr lang="fr-FR" sz="1700" dirty="0"/>
              <a:t>→ connexion USB instable → connexion ajoutee via la datasheet</a:t>
            </a:r>
          </a:p>
          <a:p>
            <a:pPr marL="685800" indent="-342900" rtl="0">
              <a:buChar char="-"/>
            </a:pPr>
            <a:r>
              <a:rPr lang="fr-FR" sz="1700" b="1" dirty="0"/>
              <a:t>Empreinte incorrecte sur l’UMH3NTN </a:t>
            </a:r>
            <a:r>
              <a:rPr lang="fr-FR" sz="1700" dirty="0"/>
              <a:t>→ court-circuit a la mise sous tension → verification point par point avec la datasheet</a:t>
            </a:r>
          </a:p>
          <a:p>
            <a:pPr marL="685800" indent="-342900" rtl="0">
              <a:buChar char="-"/>
            </a:pPr>
            <a:r>
              <a:rPr lang="fr-FR" sz="1700" b="1" dirty="0"/>
              <a:t>Heterogeneite des empreintes de resistances </a:t>
            </a:r>
            <a:r>
              <a:rPr lang="fr-FR" sz="1700" dirty="0"/>
              <a:t>→ problemes de soudage et serigraphie → harmonisation complete sur la V2</a:t>
            </a:r>
          </a:p>
        </p:txBody>
      </p:sp>
      <p:pic>
        <p:nvPicPr>
          <p:cNvPr id="3" name="Image3">
            <a:extLst>
              <a:ext uri="{FF2B5EF4-FFF2-40B4-BE49-F238E27FC236}">
                <a16:creationId xmlns:a16="http://schemas.microsoft.com/office/drawing/2014/main" id="{71FEBB30-A0F3-A6F5-A12D-FBB791923396}"/>
              </a:ext>
            </a:extLst>
          </p:cNvPr>
          <p:cNvPicPr/>
          <p:nvPr/>
        </p:nvPicPr>
        <p:blipFill>
          <a:blip r:embed="rId2">
            <a:lum/>
            <a:alphaModFix/>
          </a:blip>
          <a:srcRect l="13596" t="25048" r="13807" b="27279"/>
          <a:stretch>
            <a:fillRect/>
          </a:stretch>
        </p:blipFill>
        <p:spPr>
          <a:xfrm>
            <a:off x="10088545" y="0"/>
            <a:ext cx="2103455" cy="783771"/>
          </a:xfrm>
          <a:prstGeom prst="rect">
            <a:avLst/>
          </a:prstGeom>
          <a:noFill/>
          <a:ln>
            <a:noFill/>
            <a:prstDash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"/>
          <p:cNvSpPr>
            <a:spLocks noGrp="1"/>
          </p:cNvSpPr>
          <p:nvPr>
            <p:ph type="title"/>
          </p:nvPr>
        </p:nvSpPr>
        <p:spPr>
          <a:xfrm>
            <a:off x="444500" y="407753"/>
            <a:ext cx="11214100" cy="535531"/>
          </a:xfrm>
        </p:spPr>
        <p:txBody>
          <a:bodyPr rtlCol="0"/>
          <a:lstStyle/>
          <a:p>
            <a:pPr rtl="0"/>
            <a:r>
              <a:rPr lang="fr-FR" dirty="0"/>
              <a:t>7) Conclusion</a:t>
            </a:r>
          </a:p>
        </p:txBody>
      </p:sp>
      <p:sp>
        <p:nvSpPr>
          <p:cNvPr id="2" name="Numero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263D6C4-4840-40CC-AC84-17E24B3B7BDE}" type="slidenum">
              <a:rPr lang="fr-FR" smtClean="0"/>
              <a:pPr rtl="0"/>
              <a:t>13</a:t>
            </a:fld>
            <a:endParaRPr lang="fr-FR"/>
          </a:p>
        </p:txBody>
      </p:sp>
      <p:sp>
        <p:nvSpPr>
          <p:cNvPr id="5" name="Contenu"/>
          <p:cNvSpPr>
            <a:spLocks noGrp="1"/>
          </p:cNvSpPr>
          <p:nvPr>
            <p:ph type="body" sz="quarter" idx="13"/>
          </p:nvPr>
        </p:nvSpPr>
        <p:spPr>
          <a:xfrm>
            <a:off x="444500" y="1094604"/>
            <a:ext cx="11214099" cy="5365754"/>
          </a:xfrm>
        </p:spPr>
        <p:txBody>
          <a:bodyPr rtlCol="0"/>
          <a:lstStyle/>
          <a:p>
            <a:pPr marL="342900" indent="-342900" rtl="0"/>
            <a:r>
              <a:rPr lang="fr-FR" sz="1800" b="1" dirty="0"/>
              <a:t>Bilan des competences mobilisees</a:t>
            </a:r>
          </a:p>
          <a:p>
            <a:pPr marL="685800" indent="-342900" rtl="0">
              <a:buChar char="-"/>
            </a:pPr>
            <a:r>
              <a:rPr lang="fr-FR" sz="1600" dirty="0"/>
              <a:t>Bilan de consommation et dimensionnement de l’alimentation</a:t>
            </a:r>
          </a:p>
          <a:p>
            <a:pPr marL="685800" indent="-342900" rtl="0">
              <a:buChar char="-"/>
            </a:pPr>
            <a:r>
              <a:rPr lang="fr-FR" sz="1600" dirty="0"/>
              <a:t>Verification et saisie du schema d’alimentation sur Proteus</a:t>
            </a:r>
          </a:p>
          <a:p>
            <a:pPr marL="685800" indent="-342900" rtl="0">
              <a:buChar char="-"/>
            </a:pPr>
            <a:r>
              <a:rPr lang="fr-FR" sz="1600" dirty="0"/>
              <a:t>Routage PCB et assemblage CMS en conditions industrielles</a:t>
            </a:r>
          </a:p>
          <a:p>
            <a:pPr marL="685800" indent="-342900" rtl="0">
              <a:buChar char="-"/>
            </a:pPr>
            <a:r>
              <a:rPr lang="fr-FR" sz="1600" dirty="0"/>
              <a:t>Developpement MicroPython et interface web embarquee sur ESP32</a:t>
            </a:r>
          </a:p>
          <a:p>
            <a:pPr marL="342900" indent="-342900" rtl="0"/>
            <a:r>
              <a:rPr lang="fr-FR" sz="1800" b="1" dirty="0"/>
              <a:t>Resultat concret</a:t>
            </a:r>
          </a:p>
          <a:p>
            <a:pPr marL="685800" indent="-342900" rtl="0">
              <a:buChar char="-"/>
            </a:pPr>
            <a:r>
              <a:rPr lang="fr-FR" sz="1600" dirty="0"/>
              <a:t>Systeme fonctionnel : page web accessible depuis un telephone via Wi-Fi de l’ESP32, sans internet</a:t>
            </a:r>
          </a:p>
          <a:p>
            <a:pPr marL="685800" indent="-342900" rtl="0">
              <a:buChar char="-"/>
            </a:pPr>
            <a:r>
              <a:rPr lang="fr-FR" sz="1600" dirty="0"/>
              <a:t>Approche globale d’un systeme electronique autonome : energie, hardware et software simultanement</a:t>
            </a:r>
          </a:p>
          <a:p>
            <a:pPr marL="685800" indent="-342900" rtl="0">
              <a:buChar char="-"/>
            </a:pPr>
            <a:r>
              <a:rPr lang="fr-FR" sz="1600" dirty="0"/>
              <a:t>Bons reflexes acquis : rigueur sur empreintes, relecture des labels, validation bloc par bloc</a:t>
            </a:r>
          </a:p>
        </p:txBody>
      </p:sp>
      <p:pic>
        <p:nvPicPr>
          <p:cNvPr id="3" name="Image3">
            <a:extLst>
              <a:ext uri="{FF2B5EF4-FFF2-40B4-BE49-F238E27FC236}">
                <a16:creationId xmlns:a16="http://schemas.microsoft.com/office/drawing/2014/main" id="{B220B7F7-2F76-7B85-391A-863443F243CA}"/>
              </a:ext>
            </a:extLst>
          </p:cNvPr>
          <p:cNvPicPr/>
          <p:nvPr/>
        </p:nvPicPr>
        <p:blipFill>
          <a:blip r:embed="rId2">
            <a:lum/>
            <a:alphaModFix/>
          </a:blip>
          <a:srcRect l="13596" t="25048" r="13807" b="27279"/>
          <a:stretch>
            <a:fillRect/>
          </a:stretch>
        </p:blipFill>
        <p:spPr>
          <a:xfrm>
            <a:off x="10088545" y="0"/>
            <a:ext cx="2103455" cy="783771"/>
          </a:xfrm>
          <a:prstGeom prst="rect">
            <a:avLst/>
          </a:prstGeom>
          <a:noFill/>
          <a:ln>
            <a:noFill/>
            <a:prstDash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32BE5BF-9922-45FB-8F3F-4446D40A05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23201" y="2807208"/>
            <a:ext cx="4945598" cy="1243584"/>
          </a:xfrm>
        </p:spPr>
        <p:txBody>
          <a:bodyPr rtlCol="0"/>
          <a:lstStyle/>
          <a:p>
            <a:pPr algn="ctr" rtl="0"/>
            <a:r>
              <a:rPr lang="fr-FR" sz="8000" dirty="0"/>
              <a:t>Merci</a:t>
            </a:r>
          </a:p>
        </p:txBody>
      </p:sp>
    </p:spTree>
    <p:extLst>
      <p:ext uri="{BB962C8B-B14F-4D97-AF65-F5344CB8AC3E}">
        <p14:creationId xmlns:p14="http://schemas.microsoft.com/office/powerpoint/2010/main" val="429771863"/>
      </p:ext>
    </p:extLst>
  </p:cSld>
  <p:clrMapOvr>
    <a:masterClrMapping/>
  </p:clrMapOvr>
  <p:transition spd="slow">
    <p:wipe/>
  </p:transition>
</p:sld>
</file>

<file path=ppt/theme/theme1.xml><?xml version="1.0" encoding="utf-8"?>
<a:theme xmlns:a="http://schemas.openxmlformats.org/drawingml/2006/main" name="Thème Office">
  <a:themeElements>
    <a:clrScheme name="Custom 12">
      <a:dk1>
        <a:srgbClr val="000000"/>
      </a:dk1>
      <a:lt1>
        <a:srgbClr val="FFFFFF"/>
      </a:lt1>
      <a:dk2>
        <a:srgbClr val="6D6E71"/>
      </a:dk2>
      <a:lt2>
        <a:srgbClr val="58595B"/>
      </a:lt2>
      <a:accent1>
        <a:srgbClr val="0065A4"/>
      </a:accent1>
      <a:accent2>
        <a:srgbClr val="47C3D3"/>
      </a:accent2>
      <a:accent3>
        <a:srgbClr val="8F2D63"/>
      </a:accent3>
      <a:accent4>
        <a:srgbClr val="1A6871"/>
      </a:accent4>
      <a:accent5>
        <a:srgbClr val="0C4360"/>
      </a:accent5>
      <a:accent6>
        <a:srgbClr val="F47735"/>
      </a:accent6>
      <a:hlink>
        <a:srgbClr val="00559A"/>
      </a:hlink>
      <a:folHlink>
        <a:srgbClr val="595851"/>
      </a:folHlink>
    </a:clrScheme>
    <a:fontScheme name="Custom 3">
      <a:majorFont>
        <a:latin typeface="Trebuchet MS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30677498_TF66687569" id="{787900FF-6872-4441-B598-37355B1445EE}" vid="{F772BB80-56EE-4656-A7E3-611E117A189E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_ip_UnifiedCompliancePolicyProperties xmlns="http://schemas.microsoft.com/sharepoint/v3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EEA25CC0A0AC24199CDC46C25B8B0BC" ma:contentTypeVersion="10" ma:contentTypeDescription="Create a new document." ma:contentTypeScope="" ma:versionID="e3b47856d4cf355c0dacb39e1084d14f">
  <xsd:schema xmlns:xsd="http://www.w3.org/2001/XMLSchema" xmlns:xs="http://www.w3.org/2001/XMLSchema" xmlns:p="http://schemas.microsoft.com/office/2006/metadata/properties" xmlns:ns1="http://schemas.microsoft.com/sharepoint/v3" xmlns:ns2="6dc4bcd6-49db-4c07-9060-8acfc67cef9f" xmlns:ns3="fb0879af-3eba-417a-a55a-ffe6dcd6ca77" targetNamespace="http://schemas.microsoft.com/office/2006/metadata/properties" ma:root="true" ma:fieldsID="a845a615265fdb1f7b12cc65ac20ecbd" ns1:_="" ns2:_="" ns3:_="">
    <xsd:import namespace="http://schemas.microsoft.com/sharepoint/v3"/>
    <xsd:import namespace="6dc4bcd6-49db-4c07-9060-8acfc67cef9f"/>
    <xsd:import namespace="fb0879af-3eba-417a-a55a-ffe6dcd6ca7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3:SharedWithUsers" minOccurs="0"/>
                <xsd:element ref="ns3:SharedWithDetails" minOccurs="0"/>
                <xsd:element ref="ns3:LastSharedByUser" minOccurs="0"/>
                <xsd:element ref="ns3:LastSharedByTime" minOccurs="0"/>
                <xsd:element ref="ns1:_ip_UnifiedCompliancePolicyProperties" minOccurs="0"/>
                <xsd:element ref="ns1:_ip_UnifiedCompliancePolicyUIAction" minOccurs="0"/>
                <xsd:element ref="ns2:MediaServiceAuto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5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16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dc4bcd6-49db-4c07-9060-8acfc67cef9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7" nillable="true" ma:displayName="MediaServiceAutoTags" ma:internalName="MediaServiceAutoTag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b0879af-3eba-417a-a55a-ffe6dcd6ca77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LastSharedByUser" ma:index="13" nillable="true" ma:displayName="Last Shared By User" ma:hidden="true" ma:internalName="LastSharedByUser" ma:readOnly="true">
      <xsd:simpleType>
        <xsd:restriction base="dms:Note"/>
      </xsd:simpleType>
    </xsd:element>
    <xsd:element name="LastSharedByTime" ma:index="14" nillable="true" ma:displayName="Last Shared By Time" ma:hidden="true" ma:internalName="LastSharedByTime" ma:readOnly="true">
      <xsd:simpleType>
        <xsd:restriction base="dms:DateTim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F8992231-163D-4428-A2B8-DA1FE0274129}">
  <ds:schemaRefs>
    <ds:schemaRef ds:uri="http://schemas.microsoft.com/office/2006/metadata/properties"/>
    <ds:schemaRef ds:uri="http://purl.org/dc/dcmitype/"/>
    <ds:schemaRef ds:uri="http://schemas.microsoft.com/sharepoint/v3"/>
    <ds:schemaRef ds:uri="http://purl.org/dc/elements/1.1/"/>
    <ds:schemaRef ds:uri="http://schemas.openxmlformats.org/package/2006/metadata/core-properties"/>
    <ds:schemaRef ds:uri="6dc4bcd6-49db-4c07-9060-8acfc67cef9f"/>
    <ds:schemaRef ds:uri="http://schemas.microsoft.com/office/2006/documentManagement/types"/>
    <ds:schemaRef ds:uri="http://schemas.microsoft.com/office/infopath/2007/PartnerControls"/>
    <ds:schemaRef ds:uri="http://purl.org/dc/terms/"/>
    <ds:schemaRef ds:uri="fb0879af-3eba-417a-a55a-ffe6dcd6ca77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8A95DE24-D6C3-4A00-9085-D9594C193AE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B67ACAB-C3DC-429D-A23C-0723C084FEE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6dc4bcd6-49db-4c07-9060-8acfc67cef9f"/>
    <ds:schemaRef ds:uri="fb0879af-3eba-417a-a55a-ffe6dcd6ca7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Présentation bleue moderne</Template>
  <TotalTime>333</TotalTime>
  <Words>578</Words>
  <Application>Microsoft Office PowerPoint</Application>
  <PresentationFormat>Grand écran</PresentationFormat>
  <Paragraphs>84</Paragraphs>
  <Slides>14</Slides>
  <Notes>4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14</vt:i4>
      </vt:variant>
    </vt:vector>
  </HeadingPairs>
  <TitlesOfParts>
    <vt:vector size="20" baseType="lpstr">
      <vt:lpstr>Aptos</vt:lpstr>
      <vt:lpstr>Arial</vt:lpstr>
      <vt:lpstr>Calibri</vt:lpstr>
      <vt:lpstr>Trade Gothic LT Pro</vt:lpstr>
      <vt:lpstr>Trebuchet MS</vt:lpstr>
      <vt:lpstr>Thème Office</vt:lpstr>
      <vt:lpstr>Présentation de Projet</vt:lpstr>
      <vt:lpstr>Sommaire</vt:lpstr>
      <vt:lpstr>1) Diagrammes</vt:lpstr>
      <vt:lpstr>2) Mesure et calcul de la tension</vt:lpstr>
      <vt:lpstr>3) Site et codes</vt:lpstr>
      <vt:lpstr>3) Site et codes</vt:lpstr>
      <vt:lpstr>4) Schema et routage</vt:lpstr>
      <vt:lpstr>4) Schema et routage</vt:lpstr>
      <vt:lpstr>4) Schema et routage</vt:lpstr>
      <vt:lpstr>4) Schéma et routage</vt:lpstr>
      <vt:lpstr>5) Assemblage de la carte</vt:lpstr>
      <vt:lpstr>6) Problemes rencontres</vt:lpstr>
      <vt:lpstr>7) Conclusion</vt:lpstr>
      <vt:lpstr>Merci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Administrateur Local</dc:creator>
  <cp:lastModifiedBy>Administrateur Local</cp:lastModifiedBy>
  <cp:revision>4</cp:revision>
  <dcterms:created xsi:type="dcterms:W3CDTF">2026-06-04T07:34:07Z</dcterms:created>
  <dcterms:modified xsi:type="dcterms:W3CDTF">2026-06-08T10:08:16Z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0x010100DEEA25CC0A0AC24199CDC46C25B8B0BC</vt:lpwstr>
  </property>
</Properties>
</file>